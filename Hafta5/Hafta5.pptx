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3"/>
    <p:sldMasterId id="2147483652" r:id="rId4"/>
    <p:sldMasterId id="2147483654" r:id="rId5"/>
    <p:sldMasterId id="2147483656" r:id="rId6"/>
  </p:sldMasterIdLst>
  <p:notesMasterIdLst>
    <p:notesMasterId r:id="rId8"/>
  </p:notesMasterIdLst>
  <p:handoutMasterIdLst>
    <p:handoutMasterId r:id="rId41"/>
  </p:handoutMasterIdLst>
  <p:sldIdLst>
    <p:sldId id="298" r:id="rId7"/>
    <p:sldId id="299" r:id="rId9"/>
    <p:sldId id="364" r:id="rId10"/>
    <p:sldId id="462" r:id="rId11"/>
    <p:sldId id="510" r:id="rId12"/>
    <p:sldId id="546" r:id="rId13"/>
    <p:sldId id="512" r:id="rId14"/>
    <p:sldId id="547" r:id="rId15"/>
    <p:sldId id="548" r:id="rId16"/>
    <p:sldId id="551" r:id="rId17"/>
    <p:sldId id="552" r:id="rId18"/>
    <p:sldId id="564" r:id="rId19"/>
    <p:sldId id="565" r:id="rId20"/>
    <p:sldId id="553" r:id="rId21"/>
    <p:sldId id="554" r:id="rId22"/>
    <p:sldId id="555" r:id="rId23"/>
    <p:sldId id="556" r:id="rId24"/>
    <p:sldId id="557" r:id="rId25"/>
    <p:sldId id="558" r:id="rId26"/>
    <p:sldId id="559" r:id="rId27"/>
    <p:sldId id="560" r:id="rId28"/>
    <p:sldId id="563" r:id="rId29"/>
    <p:sldId id="566" r:id="rId30"/>
    <p:sldId id="567" r:id="rId31"/>
    <p:sldId id="572" r:id="rId32"/>
    <p:sldId id="573" r:id="rId33"/>
    <p:sldId id="574" r:id="rId34"/>
    <p:sldId id="568" r:id="rId35"/>
    <p:sldId id="569" r:id="rId36"/>
    <p:sldId id="570" r:id="rId37"/>
    <p:sldId id="571" r:id="rId38"/>
    <p:sldId id="561" r:id="rId39"/>
    <p:sldId id="562" r:id="rId40"/>
  </p:sldIdLst>
  <p:sldSz cx="12192000" cy="6858000"/>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81581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4993"/>
    <p:restoredTop sz="94660"/>
  </p:normalViewPr>
  <p:slideViewPr>
    <p:cSldViewPr snapToGrid="0" showGuides="1">
      <p:cViewPr varScale="1">
        <p:scale>
          <a:sx n="82" d="100"/>
          <a:sy n="82" d="100"/>
        </p:scale>
        <p:origin x="720" y="62"/>
      </p:cViewPr>
      <p:guideLst>
        <p:guide orient="horz" pos="2160"/>
        <p:guide pos="3840"/>
      </p:guideLst>
    </p:cSldViewPr>
  </p:slideViewPr>
  <p:notesTextViewPr>
    <p:cViewPr>
      <p:scale>
        <a:sx n="1" d="1"/>
        <a:sy n="1" d="1"/>
      </p:scale>
      <p:origin x="0" y="0"/>
    </p:cViewPr>
  </p:notesTextViewPr>
  <p:sorterViewPr showFormatting="0">
    <p:cViewPr>
      <p:scale>
        <a:sx n="100" d="100"/>
        <a:sy n="100" d="100"/>
      </p:scale>
      <p:origin x="0" y="-7350"/>
    </p:cViewPr>
  </p:sorterViewPr>
  <p:gridSpacing cx="72005" cy="72005"/>
</p:viewPr>
</file>

<file path=ppt/_rels/presentation.xml.rels><?xml version="1.0" encoding="UTF-8" standalone="yes"?>
<Relationships xmlns="http://schemas.openxmlformats.org/package/2006/relationships"><Relationship Id="rId9" Type="http://schemas.openxmlformats.org/officeDocument/2006/relationships/slide" Target="slides/slide2.xml"/><Relationship Id="rId8" Type="http://schemas.openxmlformats.org/officeDocument/2006/relationships/notesMaster" Target="notesMasters/notesMaster1.xml"/><Relationship Id="rId7" Type="http://schemas.openxmlformats.org/officeDocument/2006/relationships/slide" Target="slides/slide1.xml"/><Relationship Id="rId6" Type="http://schemas.openxmlformats.org/officeDocument/2006/relationships/slideMaster" Target="slideMasters/slideMaster5.xml"/><Relationship Id="rId5" Type="http://schemas.openxmlformats.org/officeDocument/2006/relationships/slideMaster" Target="slideMasters/slideMaster4.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handoutMaster" Target="handoutMasters/handoutMaster1.xml"/><Relationship Id="rId40" Type="http://schemas.openxmlformats.org/officeDocument/2006/relationships/slide" Target="slides/slide33.xml"/><Relationship Id="rId4" Type="http://schemas.openxmlformats.org/officeDocument/2006/relationships/slideMaster" Target="slideMasters/slideMaster3.xml"/><Relationship Id="rId39" Type="http://schemas.openxmlformats.org/officeDocument/2006/relationships/slide" Target="slides/slide32.xml"/><Relationship Id="rId38" Type="http://schemas.openxmlformats.org/officeDocument/2006/relationships/slide" Target="slides/slide31.xml"/><Relationship Id="rId37" Type="http://schemas.openxmlformats.org/officeDocument/2006/relationships/slide" Target="slides/slide30.xml"/><Relationship Id="rId36" Type="http://schemas.openxmlformats.org/officeDocument/2006/relationships/slide" Target="slides/slide29.xml"/><Relationship Id="rId35" Type="http://schemas.openxmlformats.org/officeDocument/2006/relationships/slide" Target="slides/slide28.xml"/><Relationship Id="rId34" Type="http://schemas.openxmlformats.org/officeDocument/2006/relationships/slide" Target="slides/slide27.xml"/><Relationship Id="rId33" Type="http://schemas.openxmlformats.org/officeDocument/2006/relationships/slide" Target="slides/slide26.xml"/><Relationship Id="rId32" Type="http://schemas.openxmlformats.org/officeDocument/2006/relationships/slide" Target="slides/slide25.xml"/><Relationship Id="rId31" Type="http://schemas.openxmlformats.org/officeDocument/2006/relationships/slide" Target="slides/slide24.xml"/><Relationship Id="rId30" Type="http://schemas.openxmlformats.org/officeDocument/2006/relationships/slide" Target="slides/slide23.xml"/><Relationship Id="rId3" Type="http://schemas.openxmlformats.org/officeDocument/2006/relationships/slideMaster" Target="slideMasters/slideMaster2.xml"/><Relationship Id="rId29" Type="http://schemas.openxmlformats.org/officeDocument/2006/relationships/slide" Target="slides/slide22.xml"/><Relationship Id="rId28" Type="http://schemas.openxmlformats.org/officeDocument/2006/relationships/slide" Target="slides/slide21.xml"/><Relationship Id="rId27" Type="http://schemas.openxmlformats.org/officeDocument/2006/relationships/slide" Target="slides/slide20.xml"/><Relationship Id="rId26" Type="http://schemas.openxmlformats.org/officeDocument/2006/relationships/slide" Target="slides/slide19.xml"/><Relationship Id="rId25" Type="http://schemas.openxmlformats.org/officeDocument/2006/relationships/slide" Target="slides/slide18.xml"/><Relationship Id="rId24" Type="http://schemas.openxmlformats.org/officeDocument/2006/relationships/slide" Target="slides/slide17.xml"/><Relationship Id="rId23" Type="http://schemas.openxmlformats.org/officeDocument/2006/relationships/slide" Target="slides/slide16.xml"/><Relationship Id="rId22" Type="http://schemas.openxmlformats.org/officeDocument/2006/relationships/slide" Target="slides/slide15.xml"/><Relationship Id="rId21" Type="http://schemas.openxmlformats.org/officeDocument/2006/relationships/slide" Target="slides/slide14.xml"/><Relationship Id="rId20" Type="http://schemas.openxmlformats.org/officeDocument/2006/relationships/slide" Target="slides/slide13.xml"/><Relationship Id="rId2" Type="http://schemas.openxmlformats.org/officeDocument/2006/relationships/theme" Target="theme/theme1.xml"/><Relationship Id="rId19" Type="http://schemas.openxmlformats.org/officeDocument/2006/relationships/slide" Target="slides/slide12.xml"/><Relationship Id="rId18" Type="http://schemas.openxmlformats.org/officeDocument/2006/relationships/slide" Target="slides/slide11.xml"/><Relationship Id="rId17" Type="http://schemas.openxmlformats.org/officeDocument/2006/relationships/slide" Target="slides/slide10.xml"/><Relationship Id="rId16" Type="http://schemas.openxmlformats.org/officeDocument/2006/relationships/slide" Target="slides/slide9.xml"/><Relationship Id="rId15" Type="http://schemas.openxmlformats.org/officeDocument/2006/relationships/slide" Target="slides/slide8.xml"/><Relationship Id="rId14" Type="http://schemas.openxmlformats.org/officeDocument/2006/relationships/slide" Target="slides/slide7.xml"/><Relationship Id="rId13" Type="http://schemas.openxmlformats.org/officeDocument/2006/relationships/slide" Target="slides/slide6.xml"/><Relationship Id="rId12" Type="http://schemas.openxmlformats.org/officeDocument/2006/relationships/slide" Target="slides/slide5.xml"/><Relationship Id="rId11" Type="http://schemas.openxmlformats.org/officeDocument/2006/relationships/slide" Target="slides/slide4.xml"/><Relationship Id="rId10" Type="http://schemas.openxmlformats.org/officeDocument/2006/relationships/slide" Target="slides/slide3.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D9D7BF96-BE9E-46E2-8D55-6E8BDDC32DAE}" type="doc">
      <dgm:prSet loTypeId="process" loCatId="process" qsTypeId="urn:microsoft.com/office/officeart/2005/8/quickstyle/simple1#1" qsCatId="simple" csTypeId="urn:microsoft.com/office/officeart/2005/8/colors/accent1_2#1" csCatId="accent1" phldr="0"/>
      <dgm:spPr/>
      <dgm:t>
        <a:bodyPr/>
        <a:lstStyle/>
        <a:p>
          <a:endParaRPr lang="en-US"/>
        </a:p>
      </dgm:t>
    </dgm:pt>
    <dgm:pt modelId="{AC6B50A2-A719-40F2-A025-D428F4ED7AF7}">
      <dgm:prSet phldrT="[Text]" phldr="0" custT="0"/>
      <dgm:spPr/>
      <dgm:t>
        <a:bodyPr vert="horz" wrap="square"/>
        <a:lstStyle/>
        <a:p>
          <a:pPr>
            <a:lnSpc>
              <a:spcPct val="100000"/>
            </a:lnSpc>
            <a:spcBef>
              <a:spcPct val="0"/>
            </a:spcBef>
            <a:spcAft>
              <a:spcPct val="35000"/>
            </a:spcAft>
          </a:pPr>
          <a:r>
            <a:rPr lang="en-US"/>
            <a:t>Ürün ve Müşteri/Biz</a:t>
          </a:r>
        </a:p>
      </dgm:t>
    </dgm:pt>
    <dgm:pt modelId="{CA8D0332-16E7-482E-9342-B84A5B6AB1E4}" cxnId="{8900E1B6-5154-494E-B7CE-7BEEAFE26403}" type="parTrans">
      <dgm:prSet/>
      <dgm:spPr/>
      <dgm:t>
        <a:bodyPr/>
        <a:lstStyle/>
        <a:p>
          <a:endParaRPr lang="en-US"/>
        </a:p>
      </dgm:t>
    </dgm:pt>
    <dgm:pt modelId="{90A52E01-7D27-4B54-9739-4258B1F7A655}" cxnId="{8900E1B6-5154-494E-B7CE-7BEEAFE26403}" type="sibTrans">
      <dgm:prSet/>
      <dgm:spPr/>
      <dgm:t>
        <a:bodyPr/>
        <a:lstStyle/>
        <a:p>
          <a:endParaRPr lang="en-US"/>
        </a:p>
      </dgm:t>
    </dgm:pt>
    <dgm:pt modelId="{65F927D4-D7F1-4982-AC1F-B5F18269B929}">
      <dgm:prSet phldrT="[Text]" phldr="0" custT="0"/>
      <dgm:spPr/>
      <dgm:t>
        <a:bodyPr vert="horz" wrap="square"/>
        <a:lstStyle/>
        <a:p>
          <a:pPr>
            <a:lnSpc>
              <a:spcPct val="100000"/>
            </a:lnSpc>
            <a:spcBef>
              <a:spcPct val="0"/>
            </a:spcBef>
            <a:spcAft>
              <a:spcPct val="15000"/>
            </a:spcAft>
          </a:pPr>
          <a:r>
            <a:rPr lang="en-US"/>
            <a:t> Web sayfası</a:t>
          </a:r>
        </a:p>
      </dgm:t>
    </dgm:pt>
    <dgm:pt modelId="{C9B16F22-83D1-4297-A902-69664AD8C3E2}" cxnId="{AF25D6A7-974C-4EE9-90F4-5449F19552D3}" type="parTrans">
      <dgm:prSet/>
      <dgm:spPr/>
      <dgm:t>
        <a:bodyPr/>
        <a:lstStyle/>
        <a:p>
          <a:endParaRPr lang="en-US"/>
        </a:p>
      </dgm:t>
    </dgm:pt>
    <dgm:pt modelId="{05162CEF-0ED0-483E-A0C3-3EE6FC938A4C}" cxnId="{AF25D6A7-974C-4EE9-90F4-5449F19552D3}" type="sibTrans">
      <dgm:prSet/>
      <dgm:spPr/>
      <dgm:t>
        <a:bodyPr/>
        <a:lstStyle/>
        <a:p>
          <a:endParaRPr lang="en-US"/>
        </a:p>
      </dgm:t>
    </dgm:pt>
    <dgm:pt modelId="{A4EE4292-5185-4259-8E5B-A4E3D7B7CF6E}">
      <dgm:prSet phldr="0" custT="0"/>
      <dgm:spPr/>
      <dgm:t>
        <a:bodyPr vert="horz" wrap="square"/>
        <a:lstStyle/>
        <a:p>
          <a:pPr>
            <a:lnSpc>
              <a:spcPct val="100000"/>
            </a:lnSpc>
            <a:spcBef>
              <a:spcPct val="0"/>
            </a:spcBef>
            <a:spcAft>
              <a:spcPct val="15000"/>
            </a:spcAft>
          </a:pPr>
          <a:r>
            <a:rPr lang="en-US"/>
            <a:t> Online </a:t>
          </a:r>
          <a:r>
            <a:rPr lang="tr-TR" altLang="en-US"/>
            <a:t>m</a:t>
          </a:r>
          <a:r>
            <a:rPr lang="en-US"/>
            <a:t>arketler</a:t>
          </a:r>
        </a:p>
      </dgm:t>
    </dgm:pt>
    <dgm:pt modelId="{D0FF39BB-9866-4DEB-9860-A0D4F9F8A9B3}" cxnId="{906BD339-94FF-436A-BFC5-AA70CB298DA7}" type="parTrans">
      <dgm:prSet/>
      <dgm:spPr/>
    </dgm:pt>
    <dgm:pt modelId="{C4E35BD7-DD76-47A6-8572-F1CB1E972A48}" cxnId="{906BD339-94FF-436A-BFC5-AA70CB298DA7}" type="sibTrans">
      <dgm:prSet/>
      <dgm:spPr/>
    </dgm:pt>
    <dgm:pt modelId="{4063E92F-EF63-4941-A01A-382F576CE1C0}">
      <dgm:prSet phldrT="[Text]" phldr="0" custT="0"/>
      <dgm:spPr/>
      <dgm:t>
        <a:bodyPr vert="horz" wrap="square"/>
        <a:lstStyle/>
        <a:p>
          <a:pPr>
            <a:lnSpc>
              <a:spcPct val="100000"/>
            </a:lnSpc>
            <a:spcBef>
              <a:spcPct val="0"/>
            </a:spcBef>
            <a:spcAft>
              <a:spcPct val="35000"/>
            </a:spcAft>
          </a:pPr>
          <a:r>
            <a:rPr lang="en-US"/>
            <a:t>İradenin Oluşumu/ İrade Beyanı</a:t>
          </a:r>
        </a:p>
      </dgm:t>
    </dgm:pt>
    <dgm:pt modelId="{A5CA5D61-00C1-4E45-8F42-D1FDF0647EC5}" cxnId="{726AE1DB-5946-445D-9B2F-83B92F9AC2D0}" type="parTrans">
      <dgm:prSet/>
      <dgm:spPr/>
      <dgm:t>
        <a:bodyPr/>
        <a:lstStyle/>
        <a:p>
          <a:endParaRPr lang="en-US"/>
        </a:p>
      </dgm:t>
    </dgm:pt>
    <dgm:pt modelId="{805FEA0E-556F-4342-BBA0-B0908DC92DA2}" cxnId="{726AE1DB-5946-445D-9B2F-83B92F9AC2D0}" type="sibTrans">
      <dgm:prSet/>
      <dgm:spPr/>
      <dgm:t>
        <a:bodyPr/>
        <a:lstStyle/>
        <a:p>
          <a:endParaRPr lang="en-US"/>
        </a:p>
      </dgm:t>
    </dgm:pt>
    <dgm:pt modelId="{9F90E17E-D5B8-4493-81C7-6BA6A294E0F3}">
      <dgm:prSet phldrT="[Text]" phldr="0" custT="0"/>
      <dgm:spPr/>
      <dgm:t>
        <a:bodyPr vert="horz" wrap="square"/>
        <a:lstStyle/>
        <a:p>
          <a:pPr>
            <a:lnSpc>
              <a:spcPct val="100000"/>
            </a:lnSpc>
            <a:spcBef>
              <a:spcPct val="0"/>
            </a:spcBef>
            <a:spcAft>
              <a:spcPct val="15000"/>
            </a:spcAft>
          </a:pPr>
          <a:r>
            <a:rPr lang="en-US"/>
            <a:t>Ürüne ilişkin   kurum  açıklamaları</a:t>
          </a:r>
        </a:p>
      </dgm:t>
    </dgm:pt>
    <dgm:pt modelId="{DA9881DA-8597-4D4C-984B-159444123D63}" cxnId="{DD2AC985-D353-486C-A688-4B1EB7635DBD}" type="parTrans">
      <dgm:prSet/>
      <dgm:spPr/>
      <dgm:t>
        <a:bodyPr/>
        <a:lstStyle/>
        <a:p>
          <a:endParaRPr lang="en-US"/>
        </a:p>
      </dgm:t>
    </dgm:pt>
    <dgm:pt modelId="{E43E321E-C2A1-4DAD-9F35-C04C232EC0A3}" cxnId="{DD2AC985-D353-486C-A688-4B1EB7635DBD}" type="sibTrans">
      <dgm:prSet/>
      <dgm:spPr/>
      <dgm:t>
        <a:bodyPr/>
        <a:lstStyle/>
        <a:p>
          <a:endParaRPr lang="en-US"/>
        </a:p>
      </dgm:t>
    </dgm:pt>
    <dgm:pt modelId="{60F60046-0330-41E0-B3AB-2F147D320F6F}">
      <dgm:prSet phldr="0" custT="0"/>
      <dgm:spPr/>
      <dgm:t>
        <a:bodyPr vert="horz" wrap="square"/>
        <a:lstStyle/>
        <a:p>
          <a:pPr>
            <a:lnSpc>
              <a:spcPct val="100000"/>
            </a:lnSpc>
            <a:spcBef>
              <a:spcPct val="0"/>
            </a:spcBef>
            <a:spcAft>
              <a:spcPct val="15000"/>
            </a:spcAft>
          </a:pPr>
          <a:endParaRPr lang="en-US"/>
        </a:p>
      </dgm:t>
    </dgm:pt>
    <dgm:pt modelId="{21BD93D2-3605-4B5E-9588-7BC79F97CD06}" cxnId="{3947CA12-AEDC-4764-A82C-8A81FCDB6797}" type="parTrans">
      <dgm:prSet/>
      <dgm:spPr/>
    </dgm:pt>
    <dgm:pt modelId="{CFD64E91-92D5-4C13-9C2D-0B7C92CD822D}" cxnId="{3947CA12-AEDC-4764-A82C-8A81FCDB6797}" type="sibTrans">
      <dgm:prSet/>
      <dgm:spPr/>
    </dgm:pt>
    <dgm:pt modelId="{7B94D8A0-4340-485C-A2E0-26000E3C21A9}">
      <dgm:prSet phldr="0" custT="0"/>
      <dgm:spPr/>
      <dgm:t>
        <a:bodyPr vert="horz" wrap="square"/>
        <a:lstStyle/>
        <a:p>
          <a:pPr>
            <a:lnSpc>
              <a:spcPct val="100000"/>
            </a:lnSpc>
            <a:spcBef>
              <a:spcPct val="0"/>
            </a:spcBef>
            <a:spcAft>
              <a:spcPct val="15000"/>
            </a:spcAft>
          </a:pPr>
          <a:r>
            <a:rPr lang="en-US"/>
            <a:t>Ürüne ilişkin  kullanıcı yorumları/  şikayet siteleri/ derecelendirme sivil kuruluşları</a:t>
          </a:r>
        </a:p>
      </dgm:t>
    </dgm:pt>
    <dgm:pt modelId="{5E54CA74-ED55-4A71-9B28-7AE9859CF42A}" cxnId="{ED3E9637-94B4-4A00-85AA-C204A35BEABF}" type="parTrans">
      <dgm:prSet/>
      <dgm:spPr/>
    </dgm:pt>
    <dgm:pt modelId="{A0B3E382-06A0-4E91-8159-C6F519C9810C}" cxnId="{ED3E9637-94B4-4A00-85AA-C204A35BEABF}" type="sibTrans">
      <dgm:prSet/>
      <dgm:spPr/>
    </dgm:pt>
    <dgm:pt modelId="{17FA48D7-57D5-4407-BDCA-3A8744ACC348}">
      <dgm:prSet phldrT="[Text]" phldr="0" custT="0"/>
      <dgm:spPr/>
      <dgm:t>
        <a:bodyPr vert="horz" wrap="square"/>
        <a:lstStyle/>
        <a:p>
          <a:pPr>
            <a:lnSpc>
              <a:spcPct val="100000"/>
            </a:lnSpc>
            <a:spcBef>
              <a:spcPct val="0"/>
            </a:spcBef>
            <a:spcAft>
              <a:spcPct val="35000"/>
            </a:spcAft>
          </a:pPr>
          <a:r>
            <a:rPr>
              <a:sym typeface="+mn-ea"/>
            </a:rPr>
            <a:t>S</a:t>
          </a:r>
          <a:r>
            <a:rPr lang="tr-TR" altLang="en-US" kern="1200">
              <a:sym typeface="+mn-ea"/>
            </a:rPr>
            <a:t>özleşmenin Kurulması</a:t>
          </a:r>
          <a:endParaRPr lang="tr-TR" altLang="en-US" kern="1200"/>
        </a:p>
      </dgm:t>
    </dgm:pt>
    <dgm:pt modelId="{2A089BA2-5E83-43ED-9D96-11C83CD15C65}" cxnId="{CAC55E5E-04A1-42B6-A991-3D39E893B952}" type="parTrans">
      <dgm:prSet/>
      <dgm:spPr/>
      <dgm:t>
        <a:bodyPr/>
        <a:lstStyle/>
        <a:p>
          <a:endParaRPr lang="en-US"/>
        </a:p>
      </dgm:t>
    </dgm:pt>
    <dgm:pt modelId="{4383F0BC-0D83-48CE-B1F6-711566ABE98F}" cxnId="{CAC55E5E-04A1-42B6-A991-3D39E893B952}" type="sibTrans">
      <dgm:prSet/>
      <dgm:spPr/>
      <dgm:t>
        <a:bodyPr/>
        <a:lstStyle/>
        <a:p>
          <a:endParaRPr lang="en-US"/>
        </a:p>
      </dgm:t>
    </dgm:pt>
    <dgm:pt modelId="{60A5E316-DBCD-46FA-A96F-5F85A99184D7}">
      <dgm:prSet phldrT="[Text]" phldr="0" custT="0"/>
      <dgm:spPr/>
      <dgm:t>
        <a:bodyPr vert="horz" wrap="square"/>
        <a:p>
          <a:pPr>
            <a:lnSpc>
              <a:spcPct val="100000"/>
            </a:lnSpc>
            <a:spcBef>
              <a:spcPct val="0"/>
            </a:spcBef>
            <a:spcAft>
              <a:spcPct val="15000"/>
            </a:spcAft>
          </a:pPr>
          <a:r>
            <a:rPr lang="tr-TR" altLang="en-US"/>
            <a:t>Önerinin kabulü-Kabul beyanı</a:t>
          </a:r>
          <a:r>
            <a:rPr lang="en-US"/>
            <a:t/>
          </a:r>
          <a:endParaRPr lang="en-US"/>
        </a:p>
      </dgm:t>
    </dgm:pt>
    <dgm:pt modelId="{F0E5B90A-FF5C-4AA9-B7DF-2EDF2654CFB9}" cxnId="{0607F0BD-F756-467F-B752-D4609A3444FA}" type="parTrans">
      <dgm:prSet/>
      <dgm:spPr/>
      <dgm:t>
        <a:bodyPr/>
        <a:lstStyle/>
        <a:p>
          <a:endParaRPr lang="en-US"/>
        </a:p>
      </dgm:t>
    </dgm:pt>
    <dgm:pt modelId="{B0B06B31-636B-447E-A647-C07BB9602269}" cxnId="{0607F0BD-F756-467F-B752-D4609A3444FA}" type="sibTrans">
      <dgm:prSet/>
      <dgm:spPr/>
      <dgm:t>
        <a:bodyPr/>
        <a:lstStyle/>
        <a:p>
          <a:endParaRPr lang="en-US"/>
        </a:p>
      </dgm:t>
    </dgm:pt>
    <dgm:pt modelId="{14C1C2FA-7168-47B1-A366-EF75A610801F}">
      <dgm:prSet phldr="0" custT="0"/>
      <dgm:spPr/>
      <dgm:t>
        <a:bodyPr vert="horz" wrap="square"/>
        <a:p>
          <a:pPr>
            <a:lnSpc>
              <a:spcPct val="100000"/>
            </a:lnSpc>
            <a:spcBef>
              <a:spcPct val="0"/>
            </a:spcBef>
            <a:spcAft>
              <a:spcPct val="15000"/>
            </a:spcAft>
          </a:pPr>
          <a:r>
            <a:rPr lang="tr-TR" altLang="en-US"/>
            <a:t>Siparişin tamamlanması -Ödeme</a:t>
          </a:r>
          <a:r>
            <a:rPr lang="en-US"/>
            <a:t/>
          </a:r>
          <a:endParaRPr lang="en-US"/>
        </a:p>
      </dgm:t>
    </dgm:pt>
    <dgm:pt modelId="{EDBE0C68-D968-4A46-B46D-07DAA915CAED}" cxnId="{EF83B728-B7A6-45C6-A167-EAD3709FEB5D}" type="parTrans">
      <dgm:prSet/>
      <dgm:spPr/>
    </dgm:pt>
    <dgm:pt modelId="{BA769C1C-65F5-4C16-8FAC-07D40E713C50}" cxnId="{EF83B728-B7A6-45C6-A167-EAD3709FEB5D}" type="sibTrans">
      <dgm:prSet/>
      <dgm:spPr/>
    </dgm:pt>
    <dgm:pt modelId="{89F00945-6BED-4633-BD59-492007D72051}">
      <dgm:prSet phldr="0" custT="0"/>
      <dgm:spPr/>
      <dgm:t>
        <a:bodyPr vert="horz" wrap="square"/>
        <a:p>
          <a:pPr>
            <a:lnSpc>
              <a:spcPct val="100000"/>
            </a:lnSpc>
            <a:spcBef>
              <a:spcPct val="0"/>
            </a:spcBef>
            <a:spcAft>
              <a:spcPct val="15000"/>
            </a:spcAft>
          </a:pPr>
          <a:r>
            <a:rPr lang="tr-TR"/>
            <a:t>Siparişin teyidi-E-posta/SMS</a:t>
          </a:r>
          <a:endParaRPr lang="tr-TR"/>
        </a:p>
      </dgm:t>
    </dgm:pt>
    <dgm:pt modelId="{151125C8-EE7E-4E67-B463-8A7727537D10}" cxnId="{2F026E84-19F3-4717-B66D-82F721941B13}" type="parTrans">
      <dgm:prSet/>
      <dgm:spPr/>
    </dgm:pt>
    <dgm:pt modelId="{0C52C65F-443F-4E96-B2B6-38206CB21C7D}" cxnId="{2F026E84-19F3-4717-B66D-82F721941B13}" type="sibTrans">
      <dgm:prSet/>
      <dgm:spPr/>
    </dgm:pt>
    <dgm:pt modelId="{F3555292-3C89-4C4F-B4D0-0FA2ACFFACE8}" type="pres">
      <dgm:prSet presAssocID="{D9D7BF96-BE9E-46E2-8D55-6E8BDDC32DAE}" presName="linearFlow" presStyleCnt="0">
        <dgm:presLayoutVars>
          <dgm:dir/>
          <dgm:animLvl val="lvl"/>
          <dgm:resizeHandles val="exact"/>
        </dgm:presLayoutVars>
      </dgm:prSet>
      <dgm:spPr/>
      <dgm:t>
        <a:bodyPr/>
        <a:lstStyle/>
        <a:p>
          <a:endParaRPr lang="tr-TR"/>
        </a:p>
      </dgm:t>
    </dgm:pt>
    <dgm:pt modelId="{79D35C4A-2DDE-4255-A36A-ADCDCA47CC6C}" type="pres">
      <dgm:prSet presAssocID="{AC6B50A2-A719-40F2-A025-D428F4ED7AF7}" presName="composite" presStyleCnt="0"/>
      <dgm:spPr/>
    </dgm:pt>
    <dgm:pt modelId="{B86100E6-FA30-4C22-BB39-BB56D8302BB8}" type="pres">
      <dgm:prSet presAssocID="{AC6B50A2-A719-40F2-A025-D428F4ED7AF7}" presName="parTx" presStyleCnt="0">
        <dgm:presLayoutVars>
          <dgm:chMax val="0"/>
          <dgm:chPref val="0"/>
          <dgm:bulletEnabled val="1"/>
        </dgm:presLayoutVars>
      </dgm:prSet>
      <dgm:spPr/>
      <dgm:t>
        <a:bodyPr/>
        <a:lstStyle/>
        <a:p>
          <a:endParaRPr lang="tr-TR"/>
        </a:p>
      </dgm:t>
    </dgm:pt>
    <dgm:pt modelId="{E74B0135-3D37-42AD-9C7C-5E6A5C184B2C}" type="pres">
      <dgm:prSet presAssocID="{AC6B50A2-A719-40F2-A025-D428F4ED7AF7}" presName="parSh" presStyleLbl="node1" presStyleIdx="0" presStyleCnt="3"/>
      <dgm:spPr/>
      <dgm:t>
        <a:bodyPr/>
        <a:lstStyle/>
        <a:p>
          <a:endParaRPr lang="tr-TR"/>
        </a:p>
      </dgm:t>
    </dgm:pt>
    <dgm:pt modelId="{001A35F5-21FE-42CC-AB17-5CF1D5339814}" type="pres">
      <dgm:prSet presAssocID="{AC6B50A2-A719-40F2-A025-D428F4ED7AF7}" presName="desTx" presStyleLbl="fgAcc1" presStyleIdx="0" presStyleCnt="3">
        <dgm:presLayoutVars>
          <dgm:bulletEnabled val="1"/>
        </dgm:presLayoutVars>
      </dgm:prSet>
      <dgm:spPr/>
      <dgm:t>
        <a:bodyPr/>
        <a:lstStyle/>
        <a:p>
          <a:endParaRPr lang="tr-TR"/>
        </a:p>
      </dgm:t>
    </dgm:pt>
    <dgm:pt modelId="{B6B4705E-C06A-4375-BD9F-C3441DAF21BE}" type="pres">
      <dgm:prSet presAssocID="{90A52E01-7D27-4B54-9739-4258B1F7A655}" presName="sibTrans" presStyleLbl="sibTrans2D1" presStyleIdx="0" presStyleCnt="2"/>
      <dgm:spPr/>
      <dgm:t>
        <a:bodyPr/>
        <a:lstStyle/>
        <a:p>
          <a:endParaRPr lang="tr-TR"/>
        </a:p>
      </dgm:t>
    </dgm:pt>
    <dgm:pt modelId="{ED62B532-DB81-4F8C-8542-7A394D40EFE0}" type="pres">
      <dgm:prSet presAssocID="{90A52E01-7D27-4B54-9739-4258B1F7A655}" presName="connTx" presStyleCnt="0"/>
      <dgm:spPr/>
      <dgm:t>
        <a:bodyPr/>
        <a:lstStyle/>
        <a:p>
          <a:endParaRPr lang="tr-TR"/>
        </a:p>
      </dgm:t>
    </dgm:pt>
    <dgm:pt modelId="{67D84011-3E5C-4961-AC6D-73EE4C0D9D9E}" type="pres">
      <dgm:prSet presAssocID="{4063E92F-EF63-4941-A01A-382F576CE1C0}" presName="composite" presStyleCnt="0"/>
      <dgm:spPr/>
    </dgm:pt>
    <dgm:pt modelId="{94A44E30-95D2-471A-A75E-32D090A8680F}" type="pres">
      <dgm:prSet presAssocID="{4063E92F-EF63-4941-A01A-382F576CE1C0}" presName="parTx" presStyleCnt="0">
        <dgm:presLayoutVars>
          <dgm:chMax val="0"/>
          <dgm:chPref val="0"/>
          <dgm:bulletEnabled val="1"/>
        </dgm:presLayoutVars>
      </dgm:prSet>
      <dgm:spPr/>
      <dgm:t>
        <a:bodyPr/>
        <a:lstStyle/>
        <a:p>
          <a:endParaRPr lang="tr-TR"/>
        </a:p>
      </dgm:t>
    </dgm:pt>
    <dgm:pt modelId="{BC9164B6-8CF0-4879-A265-B22456BE4CF2}" type="pres">
      <dgm:prSet presAssocID="{4063E92F-EF63-4941-A01A-382F576CE1C0}" presName="parSh" presStyleLbl="node1" presStyleIdx="1" presStyleCnt="3"/>
      <dgm:spPr/>
      <dgm:t>
        <a:bodyPr/>
        <a:lstStyle/>
        <a:p>
          <a:endParaRPr lang="tr-TR"/>
        </a:p>
      </dgm:t>
    </dgm:pt>
    <dgm:pt modelId="{178AD051-CF63-4F1B-9A8E-BC50021CDB7D}" type="pres">
      <dgm:prSet presAssocID="{4063E92F-EF63-4941-A01A-382F576CE1C0}" presName="desTx" presStyleLbl="fgAcc1" presStyleIdx="1" presStyleCnt="3">
        <dgm:presLayoutVars>
          <dgm:bulletEnabled val="1"/>
        </dgm:presLayoutVars>
      </dgm:prSet>
      <dgm:spPr/>
      <dgm:t>
        <a:bodyPr/>
        <a:lstStyle/>
        <a:p>
          <a:endParaRPr lang="tr-TR"/>
        </a:p>
      </dgm:t>
    </dgm:pt>
    <dgm:pt modelId="{0399D8D5-1252-4D85-9101-B99A296595E1}" type="pres">
      <dgm:prSet presAssocID="{805FEA0E-556F-4342-BBA0-B0908DC92DA2}" presName="sibTrans" presStyleLbl="sibTrans2D1" presStyleIdx="1" presStyleCnt="2"/>
      <dgm:spPr/>
      <dgm:t>
        <a:bodyPr/>
        <a:lstStyle/>
        <a:p>
          <a:endParaRPr lang="tr-TR"/>
        </a:p>
      </dgm:t>
    </dgm:pt>
    <dgm:pt modelId="{BCFE3D79-E4D8-4EBE-AED5-0EB76B28E72B}" type="pres">
      <dgm:prSet presAssocID="{805FEA0E-556F-4342-BBA0-B0908DC92DA2}" presName="connTx" presStyleCnt="0"/>
      <dgm:spPr/>
      <dgm:t>
        <a:bodyPr/>
        <a:lstStyle/>
        <a:p>
          <a:endParaRPr lang="tr-TR"/>
        </a:p>
      </dgm:t>
    </dgm:pt>
    <dgm:pt modelId="{6724A8C1-637F-4638-A7B5-5DD808170576}" type="pres">
      <dgm:prSet presAssocID="{17FA48D7-57D5-4407-BDCA-3A8744ACC348}" presName="composite" presStyleCnt="0"/>
      <dgm:spPr/>
    </dgm:pt>
    <dgm:pt modelId="{EC30A750-D082-471F-8BF1-F23E72F32805}" type="pres">
      <dgm:prSet presAssocID="{17FA48D7-57D5-4407-BDCA-3A8744ACC348}" presName="parTx" presStyleCnt="0">
        <dgm:presLayoutVars>
          <dgm:chMax val="0"/>
          <dgm:chPref val="0"/>
          <dgm:bulletEnabled val="1"/>
        </dgm:presLayoutVars>
      </dgm:prSet>
      <dgm:spPr/>
      <dgm:t>
        <a:bodyPr/>
        <a:lstStyle/>
        <a:p>
          <a:endParaRPr lang="tr-TR"/>
        </a:p>
      </dgm:t>
    </dgm:pt>
    <dgm:pt modelId="{11B51A25-BC1E-4A01-8D9E-AE2F8BBE02A0}" type="pres">
      <dgm:prSet presAssocID="{17FA48D7-57D5-4407-BDCA-3A8744ACC348}" presName="parSh" presStyleLbl="node1" presStyleIdx="2" presStyleCnt="3"/>
      <dgm:spPr/>
      <dgm:t>
        <a:bodyPr/>
        <a:lstStyle/>
        <a:p>
          <a:endParaRPr lang="tr-TR"/>
        </a:p>
      </dgm:t>
    </dgm:pt>
    <dgm:pt modelId="{A049FDA1-9B71-4C54-9B2E-EB8FFCDFB2F4}" type="pres">
      <dgm:prSet presAssocID="{17FA48D7-57D5-4407-BDCA-3A8744ACC348}" presName="desTx" presStyleLbl="fgAcc1" presStyleIdx="2" presStyleCnt="3">
        <dgm:presLayoutVars>
          <dgm:bulletEnabled val="1"/>
        </dgm:presLayoutVars>
      </dgm:prSet>
      <dgm:spPr/>
      <dgm:t>
        <a:bodyPr/>
        <a:lstStyle/>
        <a:p>
          <a:endParaRPr lang="tr-TR"/>
        </a:p>
      </dgm:t>
    </dgm:pt>
  </dgm:ptLst>
  <dgm:cxnLst>
    <dgm:cxn modelId="{8900E1B6-5154-494E-B7CE-7BEEAFE26403}" srcId="{D9D7BF96-BE9E-46E2-8D55-6E8BDDC32DAE}" destId="{AC6B50A2-A719-40F2-A025-D428F4ED7AF7}" srcOrd="0" destOrd="0" parTransId="{CA8D0332-16E7-482E-9342-B84A5B6AB1E4}" sibTransId="{90A52E01-7D27-4B54-9739-4258B1F7A655}"/>
    <dgm:cxn modelId="{AF25D6A7-974C-4EE9-90F4-5449F19552D3}" srcId="{AC6B50A2-A719-40F2-A025-D428F4ED7AF7}" destId="{65F927D4-D7F1-4982-AC1F-B5F18269B929}" srcOrd="0" destOrd="0" parTransId="{C9B16F22-83D1-4297-A902-69664AD8C3E2}" sibTransId="{05162CEF-0ED0-483E-A0C3-3EE6FC938A4C}"/>
    <dgm:cxn modelId="{906BD339-94FF-436A-BFC5-AA70CB298DA7}" srcId="{AC6B50A2-A719-40F2-A025-D428F4ED7AF7}" destId="{A4EE4292-5185-4259-8E5B-A4E3D7B7CF6E}" srcOrd="1" destOrd="0" parTransId="{D0FF39BB-9866-4DEB-9860-A0D4F9F8A9B3}" sibTransId="{C4E35BD7-DD76-47A6-8572-F1CB1E972A48}"/>
    <dgm:cxn modelId="{726AE1DB-5946-445D-9B2F-83B92F9AC2D0}" srcId="{D9D7BF96-BE9E-46E2-8D55-6E8BDDC32DAE}" destId="{4063E92F-EF63-4941-A01A-382F576CE1C0}" srcOrd="1" destOrd="0" parTransId="{A5CA5D61-00C1-4E45-8F42-D1FDF0647EC5}" sibTransId="{805FEA0E-556F-4342-BBA0-B0908DC92DA2}"/>
    <dgm:cxn modelId="{DD2AC985-D353-486C-A688-4B1EB7635DBD}" srcId="{4063E92F-EF63-4941-A01A-382F576CE1C0}" destId="{9F90E17E-D5B8-4493-81C7-6BA6A294E0F3}" srcOrd="0" destOrd="1" parTransId="{DA9881DA-8597-4D4C-984B-159444123D63}" sibTransId="{E43E321E-C2A1-4DAD-9F35-C04C232EC0A3}"/>
    <dgm:cxn modelId="{3947CA12-AEDC-4764-A82C-8A81FCDB6797}" srcId="{4063E92F-EF63-4941-A01A-382F576CE1C0}" destId="{60F60046-0330-41E0-B3AB-2F147D320F6F}" srcOrd="1" destOrd="1" parTransId="{21BD93D2-3605-4B5E-9588-7BC79F97CD06}" sibTransId="{CFD64E91-92D5-4C13-9C2D-0B7C92CD822D}"/>
    <dgm:cxn modelId="{ED3E9637-94B4-4A00-85AA-C204A35BEABF}" srcId="{4063E92F-EF63-4941-A01A-382F576CE1C0}" destId="{7B94D8A0-4340-485C-A2E0-26000E3C21A9}" srcOrd="2" destOrd="1" parTransId="{5E54CA74-ED55-4A71-9B28-7AE9859CF42A}" sibTransId="{A0B3E382-06A0-4E91-8159-C6F519C9810C}"/>
    <dgm:cxn modelId="{CAC55E5E-04A1-42B6-A991-3D39E893B952}" srcId="{D9D7BF96-BE9E-46E2-8D55-6E8BDDC32DAE}" destId="{17FA48D7-57D5-4407-BDCA-3A8744ACC348}" srcOrd="2" destOrd="0" parTransId="{2A089BA2-5E83-43ED-9D96-11C83CD15C65}" sibTransId="{4383F0BC-0D83-48CE-B1F6-711566ABE98F}"/>
    <dgm:cxn modelId="{0607F0BD-F756-467F-B752-D4609A3444FA}" srcId="{17FA48D7-57D5-4407-BDCA-3A8744ACC348}" destId="{60A5E316-DBCD-46FA-A96F-5F85A99184D7}" srcOrd="0" destOrd="2" parTransId="{F0E5B90A-FF5C-4AA9-B7DF-2EDF2654CFB9}" sibTransId="{B0B06B31-636B-447E-A647-C07BB9602269}"/>
    <dgm:cxn modelId="{EF83B728-B7A6-45C6-A167-EAD3709FEB5D}" srcId="{17FA48D7-57D5-4407-BDCA-3A8744ACC348}" destId="{14C1C2FA-7168-47B1-A366-EF75A610801F}" srcOrd="1" destOrd="2" parTransId="{EDBE0C68-D968-4A46-B46D-07DAA915CAED}" sibTransId="{BA769C1C-65F5-4C16-8FAC-07D40E713C50}"/>
    <dgm:cxn modelId="{2F026E84-19F3-4717-B66D-82F721941B13}" srcId="{17FA48D7-57D5-4407-BDCA-3A8744ACC348}" destId="{89F00945-6BED-4633-BD59-492007D72051}" srcOrd="2" destOrd="2" parTransId="{151125C8-EE7E-4E67-B463-8A7727537D10}" sibTransId="{0C52C65F-443F-4E96-B2B6-38206CB21C7D}"/>
    <dgm:cxn modelId="{052A8A80-FDC3-4058-B0BA-45C665F6012E}" type="presOf" srcId="{D9D7BF96-BE9E-46E2-8D55-6E8BDDC32DAE}" destId="{F3555292-3C89-4C4F-B4D0-0FA2ACFFACE8}" srcOrd="0" destOrd="0" presId="urn:microsoft.com/office/officeart/2005/8/layout/process3#1"/>
    <dgm:cxn modelId="{7C55CED5-BECB-40EA-B25D-D239C36E1DF4}" type="presParOf" srcId="{F3555292-3C89-4C4F-B4D0-0FA2ACFFACE8}" destId="{79D35C4A-2DDE-4255-A36A-ADCDCA47CC6C}" srcOrd="0" destOrd="0" presId="urn:microsoft.com/office/officeart/2005/8/layout/process3#1"/>
    <dgm:cxn modelId="{76EF7F62-2630-4305-89BF-76F7BD72C4AD}" type="presParOf" srcId="{79D35C4A-2DDE-4255-A36A-ADCDCA47CC6C}" destId="{B86100E6-FA30-4C22-BB39-BB56D8302BB8}" srcOrd="0" destOrd="0" presId="urn:microsoft.com/office/officeart/2005/8/layout/process3#1"/>
    <dgm:cxn modelId="{931EF72E-F1C2-4968-A318-5C2E24460F38}" type="presOf" srcId="{AC6B50A2-A719-40F2-A025-D428F4ED7AF7}" destId="{B86100E6-FA30-4C22-BB39-BB56D8302BB8}" srcOrd="1" destOrd="0" presId="urn:microsoft.com/office/officeart/2005/8/layout/process3#1"/>
    <dgm:cxn modelId="{23E19712-A38E-4CDB-9C79-D68B53825DF7}" type="presParOf" srcId="{79D35C4A-2DDE-4255-A36A-ADCDCA47CC6C}" destId="{E74B0135-3D37-42AD-9C7C-5E6A5C184B2C}" srcOrd="1" destOrd="0" presId="urn:microsoft.com/office/officeart/2005/8/layout/process3#1"/>
    <dgm:cxn modelId="{27DC6657-192A-46D3-A0C5-915F0D06389D}" type="presOf" srcId="{AC6B50A2-A719-40F2-A025-D428F4ED7AF7}" destId="{E74B0135-3D37-42AD-9C7C-5E6A5C184B2C}" srcOrd="0" destOrd="0" presId="urn:microsoft.com/office/officeart/2005/8/layout/process3#1"/>
    <dgm:cxn modelId="{42AE7299-12A9-4967-8570-7B707E501E65}" type="presParOf" srcId="{79D35C4A-2DDE-4255-A36A-ADCDCA47CC6C}" destId="{001A35F5-21FE-42CC-AB17-5CF1D5339814}" srcOrd="2" destOrd="0" presId="urn:microsoft.com/office/officeart/2005/8/layout/process3#1"/>
    <dgm:cxn modelId="{0F7C9390-89DB-4A21-AF6C-B3959E834004}" type="presOf" srcId="{65F927D4-D7F1-4982-AC1F-B5F18269B929}" destId="{001A35F5-21FE-42CC-AB17-5CF1D5339814}" srcOrd="0" destOrd="0" presId="urn:microsoft.com/office/officeart/2005/8/layout/process3#1"/>
    <dgm:cxn modelId="{1A07ACD4-2CB5-444A-B062-90962562E370}" type="presOf" srcId="{A4EE4292-5185-4259-8E5B-A4E3D7B7CF6E}" destId="{001A35F5-21FE-42CC-AB17-5CF1D5339814}" srcOrd="0" destOrd="1" presId="urn:microsoft.com/office/officeart/2005/8/layout/process3#1"/>
    <dgm:cxn modelId="{E176AE4D-0937-4689-80B6-6F8F6968177E}" type="presParOf" srcId="{F3555292-3C89-4C4F-B4D0-0FA2ACFFACE8}" destId="{B6B4705E-C06A-4375-BD9F-C3441DAF21BE}" srcOrd="1" destOrd="0" presId="urn:microsoft.com/office/officeart/2005/8/layout/process3#1"/>
    <dgm:cxn modelId="{CBE8A308-60ED-424D-93D9-433B651FE719}" type="presOf" srcId="{90A52E01-7D27-4B54-9739-4258B1F7A655}" destId="{B6B4705E-C06A-4375-BD9F-C3441DAF21BE}" srcOrd="0" destOrd="0" presId="urn:microsoft.com/office/officeart/2005/8/layout/process3#1"/>
    <dgm:cxn modelId="{0D761547-7882-4165-AA04-75BB7288A974}" type="presParOf" srcId="{B6B4705E-C06A-4375-BD9F-C3441DAF21BE}" destId="{ED62B532-DB81-4F8C-8542-7A394D40EFE0}" srcOrd="0" destOrd="1" presId="urn:microsoft.com/office/officeart/2005/8/layout/process3#1"/>
    <dgm:cxn modelId="{043F829D-D1C3-4FFC-AD0D-05A7803A897D}" type="presOf" srcId="{90A52E01-7D27-4B54-9739-4258B1F7A655}" destId="{ED62B532-DB81-4F8C-8542-7A394D40EFE0}" srcOrd="1" destOrd="0" presId="urn:microsoft.com/office/officeart/2005/8/layout/process3#1"/>
    <dgm:cxn modelId="{7DFE0437-0975-4370-B15A-B60BD68241FA}" type="presParOf" srcId="{F3555292-3C89-4C4F-B4D0-0FA2ACFFACE8}" destId="{67D84011-3E5C-4961-AC6D-73EE4C0D9D9E}" srcOrd="2" destOrd="0" presId="urn:microsoft.com/office/officeart/2005/8/layout/process3#1"/>
    <dgm:cxn modelId="{6F40D51B-3939-4D61-BAA7-EBF7A3C0E942}" type="presParOf" srcId="{67D84011-3E5C-4961-AC6D-73EE4C0D9D9E}" destId="{94A44E30-95D2-471A-A75E-32D090A8680F}" srcOrd="0" destOrd="2" presId="urn:microsoft.com/office/officeart/2005/8/layout/process3#1"/>
    <dgm:cxn modelId="{5E6170F0-7700-488E-A2D6-8AF09205CFFC}" type="presOf" srcId="{4063E92F-EF63-4941-A01A-382F576CE1C0}" destId="{94A44E30-95D2-471A-A75E-32D090A8680F}" srcOrd="1" destOrd="0" presId="urn:microsoft.com/office/officeart/2005/8/layout/process3#1"/>
    <dgm:cxn modelId="{255454DD-48C7-4FB8-ABC1-9BA0984379D4}" type="presParOf" srcId="{67D84011-3E5C-4961-AC6D-73EE4C0D9D9E}" destId="{BC9164B6-8CF0-4879-A265-B22456BE4CF2}" srcOrd="1" destOrd="2" presId="urn:microsoft.com/office/officeart/2005/8/layout/process3#1"/>
    <dgm:cxn modelId="{9C05F042-6672-4153-A4FC-BC457E755148}" type="presOf" srcId="{4063E92F-EF63-4941-A01A-382F576CE1C0}" destId="{BC9164B6-8CF0-4879-A265-B22456BE4CF2}" srcOrd="0" destOrd="0" presId="urn:microsoft.com/office/officeart/2005/8/layout/process3#1"/>
    <dgm:cxn modelId="{82A71CCA-4A0C-456A-A8E8-F143C7419430}" type="presParOf" srcId="{67D84011-3E5C-4961-AC6D-73EE4C0D9D9E}" destId="{178AD051-CF63-4F1B-9A8E-BC50021CDB7D}" srcOrd="2" destOrd="2" presId="urn:microsoft.com/office/officeart/2005/8/layout/process3#1"/>
    <dgm:cxn modelId="{2C588198-14F4-459D-87E8-EB222B67D5E8}" type="presOf" srcId="{9F90E17E-D5B8-4493-81C7-6BA6A294E0F3}" destId="{178AD051-CF63-4F1B-9A8E-BC50021CDB7D}" srcOrd="0" destOrd="0" presId="urn:microsoft.com/office/officeart/2005/8/layout/process3#1"/>
    <dgm:cxn modelId="{8ADC65AC-448A-40F4-BB84-F0D6011FC499}" type="presOf" srcId="{60F60046-0330-41E0-B3AB-2F147D320F6F}" destId="{178AD051-CF63-4F1B-9A8E-BC50021CDB7D}" srcOrd="0" destOrd="1" presId="urn:microsoft.com/office/officeart/2005/8/layout/process3#1"/>
    <dgm:cxn modelId="{37AFBAD1-F825-423B-8365-C7C826FFA276}" type="presOf" srcId="{7B94D8A0-4340-485C-A2E0-26000E3C21A9}" destId="{178AD051-CF63-4F1B-9A8E-BC50021CDB7D}" srcOrd="0" destOrd="2" presId="urn:microsoft.com/office/officeart/2005/8/layout/process3#1"/>
    <dgm:cxn modelId="{EEEED124-E1B0-4D6F-A21F-E00EBA80A01A}" type="presParOf" srcId="{F3555292-3C89-4C4F-B4D0-0FA2ACFFACE8}" destId="{0399D8D5-1252-4D85-9101-B99A296595E1}" srcOrd="3" destOrd="0" presId="urn:microsoft.com/office/officeart/2005/8/layout/process3#1"/>
    <dgm:cxn modelId="{73EEF5B1-27B7-409F-AC32-E6E7FC527B28}" type="presOf" srcId="{805FEA0E-556F-4342-BBA0-B0908DC92DA2}" destId="{0399D8D5-1252-4D85-9101-B99A296595E1}" srcOrd="0" destOrd="0" presId="urn:microsoft.com/office/officeart/2005/8/layout/process3#1"/>
    <dgm:cxn modelId="{5BEF754A-1FD5-408C-B4DE-DC16B8CCFBEB}" type="presParOf" srcId="{0399D8D5-1252-4D85-9101-B99A296595E1}" destId="{BCFE3D79-E4D8-4EBE-AED5-0EB76B28E72B}" srcOrd="0" destOrd="3" presId="urn:microsoft.com/office/officeart/2005/8/layout/process3#1"/>
    <dgm:cxn modelId="{97F8C052-A894-41D0-B019-E952BEE80FAA}" type="presOf" srcId="{805FEA0E-556F-4342-BBA0-B0908DC92DA2}" destId="{BCFE3D79-E4D8-4EBE-AED5-0EB76B28E72B}" srcOrd="1" destOrd="0" presId="urn:microsoft.com/office/officeart/2005/8/layout/process3#1"/>
    <dgm:cxn modelId="{F61D223E-FEB9-49D9-8384-9BD875237EED}" type="presParOf" srcId="{F3555292-3C89-4C4F-B4D0-0FA2ACFFACE8}" destId="{6724A8C1-637F-4638-A7B5-5DD808170576}" srcOrd="4" destOrd="0" presId="urn:microsoft.com/office/officeart/2005/8/layout/process3#1"/>
    <dgm:cxn modelId="{4FCFFEB0-AE7F-4320-AAA3-DC2EC28086F7}" type="presParOf" srcId="{6724A8C1-637F-4638-A7B5-5DD808170576}" destId="{EC30A750-D082-471F-8BF1-F23E72F32805}" srcOrd="0" destOrd="4" presId="urn:microsoft.com/office/officeart/2005/8/layout/process3#1"/>
    <dgm:cxn modelId="{942161A7-AB35-4592-9D67-047F13A21536}" type="presOf" srcId="{17FA48D7-57D5-4407-BDCA-3A8744ACC348}" destId="{EC30A750-D082-471F-8BF1-F23E72F32805}" srcOrd="1" destOrd="0" presId="urn:microsoft.com/office/officeart/2005/8/layout/process3#1"/>
    <dgm:cxn modelId="{FB4DB92E-ACC1-4202-8569-FED5B7B56C80}" type="presParOf" srcId="{6724A8C1-637F-4638-A7B5-5DD808170576}" destId="{11B51A25-BC1E-4A01-8D9E-AE2F8BBE02A0}" srcOrd="1" destOrd="4" presId="urn:microsoft.com/office/officeart/2005/8/layout/process3#1"/>
    <dgm:cxn modelId="{E452397B-D644-4C0C-9BFE-E04585B6A6C1}" type="presOf" srcId="{17FA48D7-57D5-4407-BDCA-3A8744ACC348}" destId="{11B51A25-BC1E-4A01-8D9E-AE2F8BBE02A0}" srcOrd="0" destOrd="0" presId="urn:microsoft.com/office/officeart/2005/8/layout/process3#1"/>
    <dgm:cxn modelId="{D5C6150E-094A-4D3C-8DB5-D902026FB417}" type="presParOf" srcId="{6724A8C1-637F-4638-A7B5-5DD808170576}" destId="{A049FDA1-9B71-4C54-9B2E-EB8FFCDFB2F4}" srcOrd="2" destOrd="4" presId="urn:microsoft.com/office/officeart/2005/8/layout/process3#1"/>
    <dgm:cxn modelId="{4A7DFD20-8076-418E-A14F-2826CC14B74E}" type="presOf" srcId="{60A5E316-DBCD-46FA-A96F-5F85A99184D7}" destId="{A049FDA1-9B71-4C54-9B2E-EB8FFCDFB2F4}" srcOrd="0" destOrd="0" presId="urn:microsoft.com/office/officeart/2005/8/layout/process3#1"/>
    <dgm:cxn modelId="{CE5FEA54-4FAF-4D5D-9C40-3858675B826D}" type="presOf" srcId="{14C1C2FA-7168-47B1-A366-EF75A610801F}" destId="{A049FDA1-9B71-4C54-9B2E-EB8FFCDFB2F4}" srcOrd="0" destOrd="1" presId="urn:microsoft.com/office/officeart/2005/8/layout/process3#1"/>
    <dgm:cxn modelId="{DF625F25-B616-4F0D-AE15-9E084ADF12FC}" type="presOf" srcId="{89F00945-6BED-4633-BD59-492007D72051}" destId="{A049FDA1-9B71-4C54-9B2E-EB8FFCDFB2F4}" srcOrd="0" destOrd="2" presId="urn:microsoft.com/office/officeart/2005/8/layout/process3#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7D76233-2C52-45E9-94E8-FBDCAFC81AF1}" type="doc">
      <dgm:prSet loTypeId="urn:microsoft.com/office/officeart/2005/8/layout/radial6#1" loCatId="cycle" qsTypeId="urn:microsoft.com/office/officeart/2005/8/quickstyle/simple1#2" qsCatId="simple" csTypeId="urn:microsoft.com/office/officeart/2005/8/colors/accent1_2#2" csCatId="accent1" phldr="0"/>
      <dgm:spPr/>
      <dgm:t>
        <a:bodyPr/>
        <a:lstStyle/>
        <a:p>
          <a:endParaRPr lang="en-US"/>
        </a:p>
      </dgm:t>
    </dgm:pt>
    <dgm:pt modelId="{8E2A460B-45D3-4E20-A31D-4AFE676F0DDA}">
      <dgm:prSet phldrT="[Text]" phldr="0" custT="0"/>
      <dgm:spPr/>
      <dgm:t>
        <a:bodyPr vert="horz" wrap="square"/>
        <a:lstStyle/>
        <a:p>
          <a:pPr>
            <a:lnSpc>
              <a:spcPct val="100000"/>
            </a:lnSpc>
            <a:spcBef>
              <a:spcPct val="0"/>
            </a:spcBef>
            <a:spcAft>
              <a:spcPct val="35000"/>
            </a:spcAft>
          </a:pPr>
          <a:r>
            <a:rPr lang="en-US"/>
            <a:t>Sözleşme</a:t>
          </a:r>
        </a:p>
      </dgm:t>
    </dgm:pt>
    <dgm:pt modelId="{40722E6B-70D7-49DD-BCDB-C5F5A53BB946}" cxnId="{73A1E73B-2A27-4D19-9B3B-F307D42C76EE}" type="parTrans">
      <dgm:prSet/>
      <dgm:spPr/>
      <dgm:t>
        <a:bodyPr/>
        <a:lstStyle/>
        <a:p>
          <a:endParaRPr lang="en-US"/>
        </a:p>
      </dgm:t>
    </dgm:pt>
    <dgm:pt modelId="{AC66A5CC-387D-4D7B-8E90-1B8214C2F261}" cxnId="{73A1E73B-2A27-4D19-9B3B-F307D42C76EE}" type="sibTrans">
      <dgm:prSet/>
      <dgm:spPr/>
      <dgm:t>
        <a:bodyPr/>
        <a:lstStyle/>
        <a:p>
          <a:endParaRPr lang="en-US"/>
        </a:p>
      </dgm:t>
    </dgm:pt>
    <dgm:pt modelId="{ECE2948F-862B-4CC3-B6BC-3E6415C7F5DD}">
      <dgm:prSet phldrT="[Text]" phldr="0" custT="0"/>
      <dgm:spPr/>
      <dgm:t>
        <a:bodyPr vert="horz" wrap="square"/>
        <a:lstStyle/>
        <a:p>
          <a:pPr>
            <a:lnSpc>
              <a:spcPct val="100000"/>
            </a:lnSpc>
            <a:spcBef>
              <a:spcPct val="0"/>
            </a:spcBef>
            <a:spcAft>
              <a:spcPct val="35000"/>
            </a:spcAft>
          </a:pPr>
          <a:r>
            <a:rPr lang="en-US"/>
            <a:t>Borçlar Kanunu</a:t>
          </a:r>
        </a:p>
      </dgm:t>
    </dgm:pt>
    <dgm:pt modelId="{055F34F9-26B5-46B6-B947-B5718EF53A09}" cxnId="{D933B5E9-9E83-4E8B-80AA-171B6BF145F2}" type="parTrans">
      <dgm:prSet/>
      <dgm:spPr/>
      <dgm:t>
        <a:bodyPr/>
        <a:lstStyle/>
        <a:p>
          <a:endParaRPr lang="en-US"/>
        </a:p>
      </dgm:t>
    </dgm:pt>
    <dgm:pt modelId="{4116C939-0673-4613-8FA7-CB6FE7258301}" cxnId="{D933B5E9-9E83-4E8B-80AA-171B6BF145F2}" type="sibTrans">
      <dgm:prSet/>
      <dgm:spPr/>
      <dgm:t>
        <a:bodyPr/>
        <a:lstStyle/>
        <a:p>
          <a:endParaRPr lang="en-US"/>
        </a:p>
      </dgm:t>
    </dgm:pt>
    <dgm:pt modelId="{D34FE5D7-7525-4D59-ABC9-3998105E634C}">
      <dgm:prSet phldrT="[Text]" phldr="0" custT="0"/>
      <dgm:spPr/>
      <dgm:t>
        <a:bodyPr vert="horz" wrap="square"/>
        <a:lstStyle/>
        <a:p>
          <a:pPr>
            <a:lnSpc>
              <a:spcPct val="100000"/>
            </a:lnSpc>
            <a:spcBef>
              <a:spcPct val="0"/>
            </a:spcBef>
            <a:spcAft>
              <a:spcPct val="35000"/>
            </a:spcAft>
          </a:pPr>
          <a:r>
            <a:rPr lang="en-US"/>
            <a:t>Elektronik İmza Kanunu</a:t>
          </a:r>
        </a:p>
      </dgm:t>
    </dgm:pt>
    <dgm:pt modelId="{A96BE2DD-535A-47FD-A010-195BD3C076B9}" cxnId="{6FC0A3C9-D28D-448F-9D1A-325C328882D3}" type="parTrans">
      <dgm:prSet/>
      <dgm:spPr/>
      <dgm:t>
        <a:bodyPr/>
        <a:lstStyle/>
        <a:p>
          <a:endParaRPr lang="en-US"/>
        </a:p>
      </dgm:t>
    </dgm:pt>
    <dgm:pt modelId="{75EA9321-EAFA-4AF6-8313-8107E8EB3526}" cxnId="{6FC0A3C9-D28D-448F-9D1A-325C328882D3}" type="sibTrans">
      <dgm:prSet/>
      <dgm:spPr/>
      <dgm:t>
        <a:bodyPr/>
        <a:lstStyle/>
        <a:p>
          <a:endParaRPr lang="en-US"/>
        </a:p>
      </dgm:t>
    </dgm:pt>
    <dgm:pt modelId="{E17F1310-B4AD-4B57-8D9B-BF776721EA77}">
      <dgm:prSet phldrT="[Text]" phldr="0" custT="0"/>
      <dgm:spPr/>
      <dgm:t>
        <a:bodyPr vert="horz" wrap="square"/>
        <a:lstStyle/>
        <a:p>
          <a:pPr>
            <a:lnSpc>
              <a:spcPct val="100000"/>
            </a:lnSpc>
            <a:spcBef>
              <a:spcPct val="0"/>
            </a:spcBef>
            <a:spcAft>
              <a:spcPct val="35000"/>
            </a:spcAft>
          </a:pPr>
          <a:r>
            <a:rPr lang="en-US"/>
            <a:t>Elektronik Ticaretin Düzenlenmesi Hakkında Kanun</a:t>
          </a:r>
        </a:p>
      </dgm:t>
    </dgm:pt>
    <dgm:pt modelId="{6BAC1755-6217-4715-99C2-D1422148265D}" cxnId="{02C5D8D5-09C9-4E45-AB48-DEBBAB14C655}" type="parTrans">
      <dgm:prSet/>
      <dgm:spPr/>
      <dgm:t>
        <a:bodyPr/>
        <a:lstStyle/>
        <a:p>
          <a:endParaRPr lang="en-US"/>
        </a:p>
      </dgm:t>
    </dgm:pt>
    <dgm:pt modelId="{925984A4-8E6F-4D28-B868-DBAB08F4BD28}" cxnId="{02C5D8D5-09C9-4E45-AB48-DEBBAB14C655}" type="sibTrans">
      <dgm:prSet/>
      <dgm:spPr/>
      <dgm:t>
        <a:bodyPr/>
        <a:lstStyle/>
        <a:p>
          <a:endParaRPr lang="en-US"/>
        </a:p>
      </dgm:t>
    </dgm:pt>
    <dgm:pt modelId="{468FA009-1E87-4539-85FA-5C28B78DD6E9}">
      <dgm:prSet phldrT="[Text]" phldr="0" custT="0"/>
      <dgm:spPr/>
      <dgm:t>
        <a:bodyPr vert="horz" wrap="square"/>
        <a:lstStyle/>
        <a:p>
          <a:pPr>
            <a:lnSpc>
              <a:spcPct val="100000"/>
            </a:lnSpc>
            <a:spcBef>
              <a:spcPct val="0"/>
            </a:spcBef>
            <a:spcAft>
              <a:spcPct val="35000"/>
            </a:spcAft>
          </a:pPr>
          <a:r>
            <a:rPr lang="en-US"/>
            <a:t>Tüketicinin Korunması Hakkında Kanun ve Yönetmelikler</a:t>
          </a:r>
        </a:p>
      </dgm:t>
    </dgm:pt>
    <dgm:pt modelId="{F205FF88-2C9B-4658-BCAA-BEA6EB7393B2}" cxnId="{9275DCD1-56FB-4110-8E8D-71E055706981}" type="parTrans">
      <dgm:prSet/>
      <dgm:spPr/>
      <dgm:t>
        <a:bodyPr/>
        <a:lstStyle/>
        <a:p>
          <a:endParaRPr lang="en-US"/>
        </a:p>
      </dgm:t>
    </dgm:pt>
    <dgm:pt modelId="{B5C730DE-1181-420B-A78D-195E914DCCF5}" cxnId="{9275DCD1-56FB-4110-8E8D-71E055706981}" type="sibTrans">
      <dgm:prSet/>
      <dgm:spPr/>
      <dgm:t>
        <a:bodyPr/>
        <a:lstStyle/>
        <a:p>
          <a:endParaRPr lang="en-US"/>
        </a:p>
      </dgm:t>
    </dgm:pt>
    <dgm:pt modelId="{D5B7622F-17AC-467C-B10C-28C38C38C350}" type="pres">
      <dgm:prSet presAssocID="{37D76233-2C52-45E9-94E8-FBDCAFC81AF1}" presName="Name0" presStyleCnt="0">
        <dgm:presLayoutVars>
          <dgm:chMax val="1"/>
          <dgm:dir/>
          <dgm:animLvl val="ctr"/>
          <dgm:resizeHandles val="exact"/>
        </dgm:presLayoutVars>
      </dgm:prSet>
      <dgm:spPr/>
      <dgm:t>
        <a:bodyPr/>
        <a:lstStyle/>
        <a:p>
          <a:endParaRPr lang="tr-TR"/>
        </a:p>
      </dgm:t>
    </dgm:pt>
    <dgm:pt modelId="{BADECBB5-37EA-4668-8A2F-BD2C2902F22A}" type="pres">
      <dgm:prSet presAssocID="{8E2A460B-45D3-4E20-A31D-4AFE676F0DDA}" presName="centerShape" presStyleLbl="node0" presStyleIdx="0" presStyleCnt="1"/>
      <dgm:spPr/>
      <dgm:t>
        <a:bodyPr/>
        <a:lstStyle/>
        <a:p>
          <a:endParaRPr lang="tr-TR"/>
        </a:p>
      </dgm:t>
    </dgm:pt>
    <dgm:pt modelId="{C2E7DEFD-0505-42BF-AE13-B6483BF86572}" type="pres">
      <dgm:prSet presAssocID="{ECE2948F-862B-4CC3-B6BC-3E6415C7F5DD}" presName="node" presStyleLbl="node1" presStyleIdx="0" presStyleCnt="4">
        <dgm:presLayoutVars>
          <dgm:bulletEnabled val="1"/>
        </dgm:presLayoutVars>
      </dgm:prSet>
      <dgm:spPr/>
      <dgm:t>
        <a:bodyPr/>
        <a:lstStyle/>
        <a:p>
          <a:endParaRPr lang="tr-TR"/>
        </a:p>
      </dgm:t>
    </dgm:pt>
    <dgm:pt modelId="{45046E67-FA41-4C32-9E33-BDDDFBBF1D6A}" type="pres">
      <dgm:prSet presAssocID="{ECE2948F-862B-4CC3-B6BC-3E6415C7F5DD}" presName="dummy" presStyleCnt="0"/>
      <dgm:spPr/>
    </dgm:pt>
    <dgm:pt modelId="{F3596884-C09F-4C70-900E-D61864BED5F1}" type="pres">
      <dgm:prSet presAssocID="{4116C939-0673-4613-8FA7-CB6FE7258301}" presName="sibTrans" presStyleLbl="sibTrans2D1" presStyleIdx="0" presStyleCnt="4"/>
      <dgm:spPr/>
      <dgm:t>
        <a:bodyPr/>
        <a:lstStyle/>
        <a:p>
          <a:endParaRPr lang="tr-TR"/>
        </a:p>
      </dgm:t>
    </dgm:pt>
    <dgm:pt modelId="{44F31994-0027-4DC3-B39E-FEE01FB1A852}" type="pres">
      <dgm:prSet presAssocID="{D34FE5D7-7525-4D59-ABC9-3998105E634C}" presName="node" presStyleLbl="node1" presStyleIdx="1" presStyleCnt="4">
        <dgm:presLayoutVars>
          <dgm:bulletEnabled val="1"/>
        </dgm:presLayoutVars>
      </dgm:prSet>
      <dgm:spPr/>
      <dgm:t>
        <a:bodyPr/>
        <a:lstStyle/>
        <a:p>
          <a:endParaRPr lang="tr-TR"/>
        </a:p>
      </dgm:t>
    </dgm:pt>
    <dgm:pt modelId="{C6A1073C-AEB6-41D2-8257-B02F52AE6460}" type="pres">
      <dgm:prSet presAssocID="{D34FE5D7-7525-4D59-ABC9-3998105E634C}" presName="dummy" presStyleCnt="0"/>
      <dgm:spPr/>
    </dgm:pt>
    <dgm:pt modelId="{15715456-3418-4DF0-AF3A-DA59307B110D}" type="pres">
      <dgm:prSet presAssocID="{75EA9321-EAFA-4AF6-8313-8107E8EB3526}" presName="sibTrans" presStyleLbl="sibTrans2D1" presStyleIdx="1" presStyleCnt="4"/>
      <dgm:spPr/>
      <dgm:t>
        <a:bodyPr/>
        <a:lstStyle/>
        <a:p>
          <a:endParaRPr lang="tr-TR"/>
        </a:p>
      </dgm:t>
    </dgm:pt>
    <dgm:pt modelId="{0DA4B7DF-BD6B-46E8-940A-69050C019BB3}" type="pres">
      <dgm:prSet presAssocID="{E17F1310-B4AD-4B57-8D9B-BF776721EA77}" presName="node" presStyleLbl="node1" presStyleIdx="2" presStyleCnt="4">
        <dgm:presLayoutVars>
          <dgm:bulletEnabled val="1"/>
        </dgm:presLayoutVars>
      </dgm:prSet>
      <dgm:spPr/>
      <dgm:t>
        <a:bodyPr/>
        <a:lstStyle/>
        <a:p>
          <a:endParaRPr lang="tr-TR"/>
        </a:p>
      </dgm:t>
    </dgm:pt>
    <dgm:pt modelId="{9268D1C0-A139-4893-A300-CF509D15352B}" type="pres">
      <dgm:prSet presAssocID="{E17F1310-B4AD-4B57-8D9B-BF776721EA77}" presName="dummy" presStyleCnt="0"/>
      <dgm:spPr/>
    </dgm:pt>
    <dgm:pt modelId="{EBDCA107-8C73-4044-AC95-50DA28B759A8}" type="pres">
      <dgm:prSet presAssocID="{925984A4-8E6F-4D28-B868-DBAB08F4BD28}" presName="sibTrans" presStyleLbl="sibTrans2D1" presStyleIdx="2" presStyleCnt="4"/>
      <dgm:spPr/>
      <dgm:t>
        <a:bodyPr/>
        <a:lstStyle/>
        <a:p>
          <a:endParaRPr lang="tr-TR"/>
        </a:p>
      </dgm:t>
    </dgm:pt>
    <dgm:pt modelId="{F539A410-44AA-4A02-9F1B-997DD2B71E87}" type="pres">
      <dgm:prSet presAssocID="{468FA009-1E87-4539-85FA-5C28B78DD6E9}" presName="node" presStyleLbl="node1" presStyleIdx="3" presStyleCnt="4">
        <dgm:presLayoutVars>
          <dgm:bulletEnabled val="1"/>
        </dgm:presLayoutVars>
      </dgm:prSet>
      <dgm:spPr/>
      <dgm:t>
        <a:bodyPr/>
        <a:lstStyle/>
        <a:p>
          <a:endParaRPr lang="tr-TR"/>
        </a:p>
      </dgm:t>
    </dgm:pt>
    <dgm:pt modelId="{2B016566-AAE3-46FD-A114-7C13E71734EF}" type="pres">
      <dgm:prSet presAssocID="{468FA009-1E87-4539-85FA-5C28B78DD6E9}" presName="dummy" presStyleCnt="0"/>
      <dgm:spPr/>
    </dgm:pt>
    <dgm:pt modelId="{B5FF6E04-452A-4146-97F4-3BC94EB5BB87}" type="pres">
      <dgm:prSet presAssocID="{B5C730DE-1181-420B-A78D-195E914DCCF5}" presName="sibTrans" presStyleLbl="sibTrans2D1" presStyleIdx="3" presStyleCnt="4"/>
      <dgm:spPr/>
      <dgm:t>
        <a:bodyPr/>
        <a:lstStyle/>
        <a:p>
          <a:endParaRPr lang="tr-TR"/>
        </a:p>
      </dgm:t>
    </dgm:pt>
  </dgm:ptLst>
  <dgm:cxnLst>
    <dgm:cxn modelId="{6BC604CA-5308-4452-A4B5-7376CBE859F1}" type="presOf" srcId="{ECE2948F-862B-4CC3-B6BC-3E6415C7F5DD}" destId="{C2E7DEFD-0505-42BF-AE13-B6483BF86572}" srcOrd="0" destOrd="0" presId="urn:microsoft.com/office/officeart/2005/8/layout/radial6#1"/>
    <dgm:cxn modelId="{F4849C14-1BBE-4944-AAB8-39CF68E6B52C}" type="presOf" srcId="{E17F1310-B4AD-4B57-8D9B-BF776721EA77}" destId="{0DA4B7DF-BD6B-46E8-940A-69050C019BB3}" srcOrd="0" destOrd="0" presId="urn:microsoft.com/office/officeart/2005/8/layout/radial6#1"/>
    <dgm:cxn modelId="{73A1E73B-2A27-4D19-9B3B-F307D42C76EE}" srcId="{37D76233-2C52-45E9-94E8-FBDCAFC81AF1}" destId="{8E2A460B-45D3-4E20-A31D-4AFE676F0DDA}" srcOrd="0" destOrd="0" parTransId="{40722E6B-70D7-49DD-BCDB-C5F5A53BB946}" sibTransId="{AC66A5CC-387D-4D7B-8E90-1B8214C2F261}"/>
    <dgm:cxn modelId="{5A1CC1BE-92F9-4F50-B046-98E31A813106}" type="presOf" srcId="{4116C939-0673-4613-8FA7-CB6FE7258301}" destId="{F3596884-C09F-4C70-900E-D61864BED5F1}" srcOrd="0" destOrd="0" presId="urn:microsoft.com/office/officeart/2005/8/layout/radial6#1"/>
    <dgm:cxn modelId="{6FC0A3C9-D28D-448F-9D1A-325C328882D3}" srcId="{8E2A460B-45D3-4E20-A31D-4AFE676F0DDA}" destId="{D34FE5D7-7525-4D59-ABC9-3998105E634C}" srcOrd="1" destOrd="0" parTransId="{A96BE2DD-535A-47FD-A010-195BD3C076B9}" sibTransId="{75EA9321-EAFA-4AF6-8313-8107E8EB3526}"/>
    <dgm:cxn modelId="{9275DCD1-56FB-4110-8E8D-71E055706981}" srcId="{8E2A460B-45D3-4E20-A31D-4AFE676F0DDA}" destId="{468FA009-1E87-4539-85FA-5C28B78DD6E9}" srcOrd="3" destOrd="0" parTransId="{F205FF88-2C9B-4658-BCAA-BEA6EB7393B2}" sibTransId="{B5C730DE-1181-420B-A78D-195E914DCCF5}"/>
    <dgm:cxn modelId="{D933B5E9-9E83-4E8B-80AA-171B6BF145F2}" srcId="{8E2A460B-45D3-4E20-A31D-4AFE676F0DDA}" destId="{ECE2948F-862B-4CC3-B6BC-3E6415C7F5DD}" srcOrd="0" destOrd="0" parTransId="{055F34F9-26B5-46B6-B947-B5718EF53A09}" sibTransId="{4116C939-0673-4613-8FA7-CB6FE7258301}"/>
    <dgm:cxn modelId="{8FBC7D93-C2B4-4672-8037-045FBCC650A2}" type="presOf" srcId="{B5C730DE-1181-420B-A78D-195E914DCCF5}" destId="{B5FF6E04-452A-4146-97F4-3BC94EB5BB87}" srcOrd="0" destOrd="0" presId="urn:microsoft.com/office/officeart/2005/8/layout/radial6#1"/>
    <dgm:cxn modelId="{491152E4-C76C-43B3-99CE-638003382E1E}" type="presOf" srcId="{8E2A460B-45D3-4E20-A31D-4AFE676F0DDA}" destId="{BADECBB5-37EA-4668-8A2F-BD2C2902F22A}" srcOrd="0" destOrd="0" presId="urn:microsoft.com/office/officeart/2005/8/layout/radial6#1"/>
    <dgm:cxn modelId="{145CAD4C-F527-4E93-B6FB-A13219D2E298}" type="presOf" srcId="{468FA009-1E87-4539-85FA-5C28B78DD6E9}" destId="{F539A410-44AA-4A02-9F1B-997DD2B71E87}" srcOrd="0" destOrd="0" presId="urn:microsoft.com/office/officeart/2005/8/layout/radial6#1"/>
    <dgm:cxn modelId="{248866BD-5883-42CA-A0D4-54CC108E1431}" type="presOf" srcId="{75EA9321-EAFA-4AF6-8313-8107E8EB3526}" destId="{15715456-3418-4DF0-AF3A-DA59307B110D}" srcOrd="0" destOrd="0" presId="urn:microsoft.com/office/officeart/2005/8/layout/radial6#1"/>
    <dgm:cxn modelId="{61DDB94A-1AA2-4AA5-BD5E-589F826247F2}" type="presOf" srcId="{D34FE5D7-7525-4D59-ABC9-3998105E634C}" destId="{44F31994-0027-4DC3-B39E-FEE01FB1A852}" srcOrd="0" destOrd="0" presId="urn:microsoft.com/office/officeart/2005/8/layout/radial6#1"/>
    <dgm:cxn modelId="{49D19015-63CE-46C8-ADAF-A8A5487FF898}" type="presOf" srcId="{37D76233-2C52-45E9-94E8-FBDCAFC81AF1}" destId="{D5B7622F-17AC-467C-B10C-28C38C38C350}" srcOrd="0" destOrd="0" presId="urn:microsoft.com/office/officeart/2005/8/layout/radial6#1"/>
    <dgm:cxn modelId="{613C4741-5FFD-4656-9FC4-7C4F1787ED36}" type="presOf" srcId="{925984A4-8E6F-4D28-B868-DBAB08F4BD28}" destId="{EBDCA107-8C73-4044-AC95-50DA28B759A8}" srcOrd="0" destOrd="0" presId="urn:microsoft.com/office/officeart/2005/8/layout/radial6#1"/>
    <dgm:cxn modelId="{02C5D8D5-09C9-4E45-AB48-DEBBAB14C655}" srcId="{8E2A460B-45D3-4E20-A31D-4AFE676F0DDA}" destId="{E17F1310-B4AD-4B57-8D9B-BF776721EA77}" srcOrd="2" destOrd="0" parTransId="{6BAC1755-6217-4715-99C2-D1422148265D}" sibTransId="{925984A4-8E6F-4D28-B868-DBAB08F4BD28}"/>
    <dgm:cxn modelId="{2FB11ADD-45F5-4675-80DE-30F6D25A8897}" type="presParOf" srcId="{D5B7622F-17AC-467C-B10C-28C38C38C350}" destId="{BADECBB5-37EA-4668-8A2F-BD2C2902F22A}" srcOrd="0" destOrd="0" presId="urn:microsoft.com/office/officeart/2005/8/layout/radial6#1"/>
    <dgm:cxn modelId="{2824D98B-3448-41B2-B821-6AB1EE837A11}" type="presParOf" srcId="{D5B7622F-17AC-467C-B10C-28C38C38C350}" destId="{C2E7DEFD-0505-42BF-AE13-B6483BF86572}" srcOrd="1" destOrd="0" presId="urn:microsoft.com/office/officeart/2005/8/layout/radial6#1"/>
    <dgm:cxn modelId="{66E00597-13E9-4D30-9CB3-0DD4C0591451}" type="presParOf" srcId="{D5B7622F-17AC-467C-B10C-28C38C38C350}" destId="{45046E67-FA41-4C32-9E33-BDDDFBBF1D6A}" srcOrd="2" destOrd="0" presId="urn:microsoft.com/office/officeart/2005/8/layout/radial6#1"/>
    <dgm:cxn modelId="{E5715F77-7FEC-4328-A0D2-B88AA9FCCAA2}" type="presParOf" srcId="{D5B7622F-17AC-467C-B10C-28C38C38C350}" destId="{F3596884-C09F-4C70-900E-D61864BED5F1}" srcOrd="3" destOrd="0" presId="urn:microsoft.com/office/officeart/2005/8/layout/radial6#1"/>
    <dgm:cxn modelId="{2EC1CA45-EEF8-4DB7-BB2E-FC3AAD6D3434}" type="presParOf" srcId="{D5B7622F-17AC-467C-B10C-28C38C38C350}" destId="{44F31994-0027-4DC3-B39E-FEE01FB1A852}" srcOrd="4" destOrd="0" presId="urn:microsoft.com/office/officeart/2005/8/layout/radial6#1"/>
    <dgm:cxn modelId="{8D727DE6-2A6F-4331-BB9D-295F664011F0}" type="presParOf" srcId="{D5B7622F-17AC-467C-B10C-28C38C38C350}" destId="{C6A1073C-AEB6-41D2-8257-B02F52AE6460}" srcOrd="5" destOrd="0" presId="urn:microsoft.com/office/officeart/2005/8/layout/radial6#1"/>
    <dgm:cxn modelId="{25E8F049-1CFC-431C-AEAD-8E5514011E8C}" type="presParOf" srcId="{D5B7622F-17AC-467C-B10C-28C38C38C350}" destId="{15715456-3418-4DF0-AF3A-DA59307B110D}" srcOrd="6" destOrd="0" presId="urn:microsoft.com/office/officeart/2005/8/layout/radial6#1"/>
    <dgm:cxn modelId="{395C3D4C-879F-4513-844D-11C1E93A8AAA}" type="presParOf" srcId="{D5B7622F-17AC-467C-B10C-28C38C38C350}" destId="{0DA4B7DF-BD6B-46E8-940A-69050C019BB3}" srcOrd="7" destOrd="0" presId="urn:microsoft.com/office/officeart/2005/8/layout/radial6#1"/>
    <dgm:cxn modelId="{B4F431A9-CED1-47B7-8F32-AEA35C1FF0EE}" type="presParOf" srcId="{D5B7622F-17AC-467C-B10C-28C38C38C350}" destId="{9268D1C0-A139-4893-A300-CF509D15352B}" srcOrd="8" destOrd="0" presId="urn:microsoft.com/office/officeart/2005/8/layout/radial6#1"/>
    <dgm:cxn modelId="{CC2747A8-9B84-4E77-B0AC-7EB431942BFC}" type="presParOf" srcId="{D5B7622F-17AC-467C-B10C-28C38C38C350}" destId="{EBDCA107-8C73-4044-AC95-50DA28B759A8}" srcOrd="9" destOrd="0" presId="urn:microsoft.com/office/officeart/2005/8/layout/radial6#1"/>
    <dgm:cxn modelId="{DBEDDC06-0BB7-4353-9623-1251EEEC2F22}" type="presParOf" srcId="{D5B7622F-17AC-467C-B10C-28C38C38C350}" destId="{F539A410-44AA-4A02-9F1B-997DD2B71E87}" srcOrd="10" destOrd="0" presId="urn:microsoft.com/office/officeart/2005/8/layout/radial6#1"/>
    <dgm:cxn modelId="{99B61A10-7ECF-45A0-9EC2-519C80099361}" type="presParOf" srcId="{D5B7622F-17AC-467C-B10C-28C38C38C350}" destId="{2B016566-AAE3-46FD-A114-7C13E71734EF}" srcOrd="11" destOrd="0" presId="urn:microsoft.com/office/officeart/2005/8/layout/radial6#1"/>
    <dgm:cxn modelId="{6CBEC224-24EB-4EE7-9A1B-F992729FF4E6}" type="presParOf" srcId="{D5B7622F-17AC-467C-B10C-28C38C38C350}" destId="{B5FF6E04-452A-4146-97F4-3BC94EB5BB87}" srcOrd="12" destOrd="0" presId="urn:microsoft.com/office/officeart/2005/8/layout/radial6#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up 1"/>
      <dsp:cNvGrpSpPr/>
    </dsp:nvGrpSpPr>
    <dsp:grpSpPr>
      <a:xfrm>
        <a:off x="0" y="0"/>
        <a:ext cx="9017000" cy="5418455"/>
        <a:chOff x="0" y="0"/>
        <a:chExt cx="9017000" cy="5418455"/>
      </a:xfrm>
    </dsp:grpSpPr>
    <dsp:sp modelId="{E74B0135-3D37-42AD-9C7C-5E6A5C184B2C}">
      <dsp:nvSpPr>
        <dsp:cNvPr id="3" name="Yuvarlanmış Dikdörtgen 2"/>
        <dsp:cNvSpPr/>
      </dsp:nvSpPr>
      <dsp:spPr bwMode="white">
        <a:xfrm>
          <a:off x="0" y="724535"/>
          <a:ext cx="2041158" cy="1122045"/>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vert="horz" wrap="square" lIns="128016" tIns="128016" rIns="128016" bIns="68580" anchor="t"/>
        <a:lstStyle>
          <a:lvl1pPr algn="l">
            <a:defRPr sz="18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pPr lvl="0">
            <a:lnSpc>
              <a:spcPct val="100000"/>
            </a:lnSpc>
            <a:spcBef>
              <a:spcPct val="0"/>
            </a:spcBef>
            <a:spcAft>
              <a:spcPct val="35000"/>
            </a:spcAft>
          </a:pPr>
          <a:r>
            <a:rPr lang="en-US"/>
            <a:t>Ürün ve Müşteri/Biz</a:t>
          </a:r>
        </a:p>
      </dsp:txBody>
      <dsp:txXfrm>
        <a:off x="0" y="724535"/>
        <a:ext cx="2041158" cy="1122045"/>
      </dsp:txXfrm>
    </dsp:sp>
    <dsp:sp modelId="{001A35F5-21FE-42CC-AB17-5CF1D5339814}">
      <dsp:nvSpPr>
        <dsp:cNvPr id="4" name="Yuvarlanmış Dikdörtgen 3"/>
        <dsp:cNvSpPr/>
      </dsp:nvSpPr>
      <dsp:spPr bwMode="white">
        <a:xfrm>
          <a:off x="418068" y="1472565"/>
          <a:ext cx="2041158" cy="3221355"/>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vert="horz" wrap="square" lIns="128016" tIns="128016" rIns="128016" bIns="128016" anchor="t"/>
        <a:lstStyle>
          <a:lvl1pPr algn="l">
            <a:defRPr sz="1800"/>
          </a:lvl1pPr>
          <a:lvl2pPr marL="171450" indent="-171450" algn="l">
            <a:defRPr sz="1800"/>
          </a:lvl2pPr>
          <a:lvl3pPr marL="342900" indent="-171450" algn="l">
            <a:defRPr sz="1800"/>
          </a:lvl3pPr>
          <a:lvl4pPr marL="514350" indent="-171450" algn="l">
            <a:defRPr sz="1800"/>
          </a:lvl4pPr>
          <a:lvl5pPr marL="685800" indent="-171450" algn="l">
            <a:defRPr sz="1800"/>
          </a:lvl5pPr>
          <a:lvl6pPr marL="857250" indent="-171450" algn="l">
            <a:defRPr sz="1800"/>
          </a:lvl6pPr>
          <a:lvl7pPr marL="1028700" indent="-171450" algn="l">
            <a:defRPr sz="1800"/>
          </a:lvl7pPr>
          <a:lvl8pPr marL="1200150" indent="-171450" algn="l">
            <a:defRPr sz="1800"/>
          </a:lvl8pPr>
          <a:lvl9pPr marL="1371600" indent="-171450" algn="l">
            <a:defRPr sz="1800"/>
          </a:lvl9pPr>
        </a:lstStyle>
        <a:p>
          <a:pPr lvl="1">
            <a:lnSpc>
              <a:spcPct val="100000"/>
            </a:lnSpc>
            <a:spcBef>
              <a:spcPct val="0"/>
            </a:spcBef>
            <a:spcAft>
              <a:spcPct val="15000"/>
            </a:spcAft>
            <a:buChar char="•"/>
          </a:pPr>
          <a:r>
            <a:rPr lang="en-US">
              <a:solidFill>
                <a:schemeClr val="dk1"/>
              </a:solidFill>
            </a:rPr>
            <a:t> Web sayfası</a:t>
          </a:r>
          <a:endParaRPr lang="en-US">
            <a:solidFill>
              <a:schemeClr val="dk1"/>
            </a:solidFill>
          </a:endParaRPr>
        </a:p>
        <a:p>
          <a:pPr lvl="1">
            <a:lnSpc>
              <a:spcPct val="100000"/>
            </a:lnSpc>
            <a:spcBef>
              <a:spcPct val="0"/>
            </a:spcBef>
            <a:spcAft>
              <a:spcPct val="15000"/>
            </a:spcAft>
            <a:buChar char="•"/>
          </a:pPr>
          <a:r>
            <a:rPr lang="en-US">
              <a:solidFill>
                <a:schemeClr val="dk1"/>
              </a:solidFill>
            </a:rPr>
            <a:t> Online </a:t>
          </a:r>
          <a:r>
            <a:rPr lang="tr-TR" altLang="en-US">
              <a:solidFill>
                <a:schemeClr val="dk1"/>
              </a:solidFill>
            </a:rPr>
            <a:t>m</a:t>
          </a:r>
          <a:r>
            <a:rPr lang="en-US">
              <a:solidFill>
                <a:schemeClr val="dk1"/>
              </a:solidFill>
            </a:rPr>
            <a:t>arketler</a:t>
          </a:r>
          <a:endParaRPr>
            <a:solidFill>
              <a:schemeClr val="dk1"/>
            </a:solidFill>
          </a:endParaRPr>
        </a:p>
      </dsp:txBody>
      <dsp:txXfrm>
        <a:off x="418068" y="1472565"/>
        <a:ext cx="2041158" cy="3221355"/>
      </dsp:txXfrm>
    </dsp:sp>
    <dsp:sp modelId="{B6B4705E-C06A-4375-BD9F-C3441DAF21BE}">
      <dsp:nvSpPr>
        <dsp:cNvPr id="5" name="Sağ Ok 4"/>
        <dsp:cNvSpPr/>
      </dsp:nvSpPr>
      <dsp:spPr bwMode="white">
        <a:xfrm>
          <a:off x="2332024" y="844455"/>
          <a:ext cx="655996" cy="508189"/>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lIns="0" tIns="0" rIns="0" bIns="0" anchor="ctr"/>
        <a:lstStyle>
          <a:lvl1pPr algn="ctr">
            <a:defRPr sz="1900"/>
          </a:lvl1pPr>
          <a:lvl2pPr marL="114300" indent="-114300" algn="ctr">
            <a:defRPr sz="1500"/>
          </a:lvl2pPr>
          <a:lvl3pPr marL="228600" indent="-114300" algn="ctr">
            <a:defRPr sz="1500"/>
          </a:lvl3pPr>
          <a:lvl4pPr marL="342900" indent="-114300" algn="ctr">
            <a:defRPr sz="1500"/>
          </a:lvl4pPr>
          <a:lvl5pPr marL="457200" indent="-114300" algn="ctr">
            <a:defRPr sz="1500"/>
          </a:lvl5pPr>
          <a:lvl6pPr marL="571500" indent="-114300" algn="ctr">
            <a:defRPr sz="1500"/>
          </a:lvl6pPr>
          <a:lvl7pPr marL="685800" indent="-114300" algn="ctr">
            <a:defRPr sz="1500"/>
          </a:lvl7pPr>
          <a:lvl8pPr marL="800100" indent="-114300" algn="ctr">
            <a:defRPr sz="1500"/>
          </a:lvl8pPr>
          <a:lvl9pPr marL="914400" indent="-114300" algn="ctr">
            <a:defRPr sz="1500"/>
          </a:lvl9pPr>
        </a:lstStyle>
        <a:p>
          <a:pPr lvl="0">
            <a:lnSpc>
              <a:spcPct val="100000"/>
            </a:lnSpc>
            <a:spcBef>
              <a:spcPct val="0"/>
            </a:spcBef>
            <a:spcAft>
              <a:spcPct val="35000"/>
            </a:spcAft>
          </a:pPr>
          <a:endParaRPr lang="en-US"/>
        </a:p>
      </dsp:txBody>
      <dsp:txXfrm>
        <a:off x="2332024" y="844455"/>
        <a:ext cx="655996" cy="508189"/>
      </dsp:txXfrm>
    </dsp:sp>
    <dsp:sp modelId="{BC9164B6-8CF0-4879-A265-B22456BE4CF2}">
      <dsp:nvSpPr>
        <dsp:cNvPr id="6" name="Yuvarlanmış Dikdörtgen 5"/>
        <dsp:cNvSpPr/>
      </dsp:nvSpPr>
      <dsp:spPr bwMode="white">
        <a:xfrm>
          <a:off x="3278887" y="724535"/>
          <a:ext cx="2041158" cy="1122045"/>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vert="horz" wrap="square" lIns="128016" tIns="128016" rIns="128016" bIns="68580" anchor="t"/>
        <a:lstStyle>
          <a:lvl1pPr algn="l">
            <a:defRPr sz="18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pPr lvl="0">
            <a:lnSpc>
              <a:spcPct val="100000"/>
            </a:lnSpc>
            <a:spcBef>
              <a:spcPct val="0"/>
            </a:spcBef>
            <a:spcAft>
              <a:spcPct val="35000"/>
            </a:spcAft>
          </a:pPr>
          <a:r>
            <a:rPr lang="en-US"/>
            <a:t>İradenin Oluşumu/ İrade Beyanı</a:t>
          </a:r>
        </a:p>
      </dsp:txBody>
      <dsp:txXfrm>
        <a:off x="3278887" y="724535"/>
        <a:ext cx="2041158" cy="1122045"/>
      </dsp:txXfrm>
    </dsp:sp>
    <dsp:sp modelId="{178AD051-CF63-4F1B-9A8E-BC50021CDB7D}">
      <dsp:nvSpPr>
        <dsp:cNvPr id="7" name="Yuvarlanmış Dikdörtgen 6"/>
        <dsp:cNvSpPr/>
      </dsp:nvSpPr>
      <dsp:spPr bwMode="white">
        <a:xfrm>
          <a:off x="3696955" y="1472565"/>
          <a:ext cx="2041158" cy="3221355"/>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vert="horz" wrap="square" lIns="128016" tIns="128016" rIns="128016" bIns="128016" anchor="t"/>
        <a:lstStyle>
          <a:lvl1pPr algn="l">
            <a:defRPr sz="1800"/>
          </a:lvl1pPr>
          <a:lvl2pPr marL="171450" indent="-171450" algn="l">
            <a:defRPr sz="1800"/>
          </a:lvl2pPr>
          <a:lvl3pPr marL="342900" indent="-171450" algn="l">
            <a:defRPr sz="1800"/>
          </a:lvl3pPr>
          <a:lvl4pPr marL="514350" indent="-171450" algn="l">
            <a:defRPr sz="1800"/>
          </a:lvl4pPr>
          <a:lvl5pPr marL="685800" indent="-171450" algn="l">
            <a:defRPr sz="1800"/>
          </a:lvl5pPr>
          <a:lvl6pPr marL="857250" indent="-171450" algn="l">
            <a:defRPr sz="1800"/>
          </a:lvl6pPr>
          <a:lvl7pPr marL="1028700" indent="-171450" algn="l">
            <a:defRPr sz="1800"/>
          </a:lvl7pPr>
          <a:lvl8pPr marL="1200150" indent="-171450" algn="l">
            <a:defRPr sz="1800"/>
          </a:lvl8pPr>
          <a:lvl9pPr marL="1371600" indent="-171450" algn="l">
            <a:defRPr sz="1800"/>
          </a:lvl9pPr>
        </a:lstStyle>
        <a:p>
          <a:pPr lvl="1">
            <a:lnSpc>
              <a:spcPct val="100000"/>
            </a:lnSpc>
            <a:spcBef>
              <a:spcPct val="0"/>
            </a:spcBef>
            <a:spcAft>
              <a:spcPct val="15000"/>
            </a:spcAft>
            <a:buChar char="•"/>
          </a:pPr>
          <a:r>
            <a:rPr lang="en-US">
              <a:solidFill>
                <a:schemeClr val="dk1"/>
              </a:solidFill>
            </a:rPr>
            <a:t>Ürüne ilişkin   kurum  açıklamaları</a:t>
          </a:r>
          <a:endParaRPr lang="en-US">
            <a:solidFill>
              <a:schemeClr val="dk1"/>
            </a:solidFill>
          </a:endParaRPr>
        </a:p>
        <a:p>
          <a:pPr lvl="1">
            <a:lnSpc>
              <a:spcPct val="100000"/>
            </a:lnSpc>
            <a:spcBef>
              <a:spcPct val="0"/>
            </a:spcBef>
            <a:spcAft>
              <a:spcPct val="15000"/>
            </a:spcAft>
            <a:buChar char="•"/>
          </a:pPr>
          <a:endParaRPr lang="en-US">
            <a:solidFill>
              <a:schemeClr val="dk1"/>
            </a:solidFill>
          </a:endParaRPr>
        </a:p>
        <a:p>
          <a:pPr lvl="1">
            <a:lnSpc>
              <a:spcPct val="100000"/>
            </a:lnSpc>
            <a:spcBef>
              <a:spcPct val="0"/>
            </a:spcBef>
            <a:spcAft>
              <a:spcPct val="15000"/>
            </a:spcAft>
            <a:buChar char="•"/>
          </a:pPr>
          <a:r>
            <a:rPr lang="en-US">
              <a:solidFill>
                <a:schemeClr val="dk1"/>
              </a:solidFill>
            </a:rPr>
            <a:t>Ürüne ilişkin  kullanıcı yorumları/  şikayet siteleri/ derecelendirme sivil kuruluşları</a:t>
          </a:r>
          <a:endParaRPr>
            <a:solidFill>
              <a:schemeClr val="dk1"/>
            </a:solidFill>
          </a:endParaRPr>
        </a:p>
      </dsp:txBody>
      <dsp:txXfrm>
        <a:off x="3696955" y="1472565"/>
        <a:ext cx="2041158" cy="3221355"/>
      </dsp:txXfrm>
    </dsp:sp>
    <dsp:sp modelId="{0399D8D5-1252-4D85-9101-B99A296595E1}">
      <dsp:nvSpPr>
        <dsp:cNvPr id="8" name="Sağ Ok 7"/>
        <dsp:cNvSpPr/>
      </dsp:nvSpPr>
      <dsp:spPr bwMode="white">
        <a:xfrm>
          <a:off x="5610911" y="844455"/>
          <a:ext cx="655996" cy="508189"/>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lIns="0" tIns="0" rIns="0" bIns="0" anchor="ctr"/>
        <a:lstStyle>
          <a:lvl1pPr algn="ctr">
            <a:defRPr sz="1900"/>
          </a:lvl1pPr>
          <a:lvl2pPr marL="114300" indent="-114300" algn="ctr">
            <a:defRPr sz="1500"/>
          </a:lvl2pPr>
          <a:lvl3pPr marL="228600" indent="-114300" algn="ctr">
            <a:defRPr sz="1500"/>
          </a:lvl3pPr>
          <a:lvl4pPr marL="342900" indent="-114300" algn="ctr">
            <a:defRPr sz="1500"/>
          </a:lvl4pPr>
          <a:lvl5pPr marL="457200" indent="-114300" algn="ctr">
            <a:defRPr sz="1500"/>
          </a:lvl5pPr>
          <a:lvl6pPr marL="571500" indent="-114300" algn="ctr">
            <a:defRPr sz="1500"/>
          </a:lvl6pPr>
          <a:lvl7pPr marL="685800" indent="-114300" algn="ctr">
            <a:defRPr sz="1500"/>
          </a:lvl7pPr>
          <a:lvl8pPr marL="800100" indent="-114300" algn="ctr">
            <a:defRPr sz="1500"/>
          </a:lvl8pPr>
          <a:lvl9pPr marL="914400" indent="-114300" algn="ctr">
            <a:defRPr sz="1500"/>
          </a:lvl9pPr>
        </a:lstStyle>
        <a:p>
          <a:pPr lvl="0">
            <a:lnSpc>
              <a:spcPct val="100000"/>
            </a:lnSpc>
            <a:spcBef>
              <a:spcPct val="0"/>
            </a:spcBef>
            <a:spcAft>
              <a:spcPct val="35000"/>
            </a:spcAft>
          </a:pPr>
          <a:endParaRPr lang="en-US"/>
        </a:p>
      </dsp:txBody>
      <dsp:txXfrm>
        <a:off x="5610911" y="844455"/>
        <a:ext cx="655996" cy="508189"/>
      </dsp:txXfrm>
    </dsp:sp>
    <dsp:sp modelId="{11B51A25-BC1E-4A01-8D9E-AE2F8BBE02A0}">
      <dsp:nvSpPr>
        <dsp:cNvPr id="9" name="Yuvarlanmış Dikdörtgen 8"/>
        <dsp:cNvSpPr/>
      </dsp:nvSpPr>
      <dsp:spPr bwMode="white">
        <a:xfrm>
          <a:off x="6557773" y="724535"/>
          <a:ext cx="2041158" cy="1122045"/>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vert="horz" wrap="square" lIns="128016" tIns="128016" rIns="128016" bIns="68580" anchor="t"/>
        <a:lstStyle>
          <a:lvl1pPr algn="l">
            <a:defRPr sz="18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pPr lvl="0">
            <a:lnSpc>
              <a:spcPct val="100000"/>
            </a:lnSpc>
            <a:spcBef>
              <a:spcPct val="0"/>
            </a:spcBef>
            <a:spcAft>
              <a:spcPct val="35000"/>
            </a:spcAft>
          </a:pPr>
          <a:r>
            <a:rPr>
              <a:sym typeface="+mn-ea"/>
            </a:rPr>
            <a:t>S</a:t>
          </a:r>
          <a:r>
            <a:rPr lang="tr-TR" altLang="en-US" kern="1200">
              <a:sym typeface="+mn-ea"/>
            </a:rPr>
            <a:t>özleşmenin Kurulması</a:t>
          </a:r>
          <a:endParaRPr lang="tr-TR" altLang="en-US" kern="1200"/>
        </a:p>
      </dsp:txBody>
      <dsp:txXfrm>
        <a:off x="6557773" y="724535"/>
        <a:ext cx="2041158" cy="1122045"/>
      </dsp:txXfrm>
    </dsp:sp>
    <dsp:sp modelId="{A049FDA1-9B71-4C54-9B2E-EB8FFCDFB2F4}">
      <dsp:nvSpPr>
        <dsp:cNvPr id="10" name="Yuvarlanmış Dikdörtgen 9"/>
        <dsp:cNvSpPr/>
      </dsp:nvSpPr>
      <dsp:spPr bwMode="white">
        <a:xfrm>
          <a:off x="6975842" y="1472565"/>
          <a:ext cx="2041158" cy="3221355"/>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vert="horz" wrap="square" lIns="128016" tIns="128016" rIns="128016" bIns="128016" anchor="t"/>
        <a:lstStyle>
          <a:lvl1pPr algn="l">
            <a:defRPr sz="1800"/>
          </a:lvl1pPr>
          <a:lvl2pPr marL="171450" indent="-171450" algn="l">
            <a:defRPr sz="1800"/>
          </a:lvl2pPr>
          <a:lvl3pPr marL="342900" indent="-171450" algn="l">
            <a:defRPr sz="1800"/>
          </a:lvl3pPr>
          <a:lvl4pPr marL="514350" indent="-171450" algn="l">
            <a:defRPr sz="1800"/>
          </a:lvl4pPr>
          <a:lvl5pPr marL="685800" indent="-171450" algn="l">
            <a:defRPr sz="1800"/>
          </a:lvl5pPr>
          <a:lvl6pPr marL="857250" indent="-171450" algn="l">
            <a:defRPr sz="1800"/>
          </a:lvl6pPr>
          <a:lvl7pPr marL="1028700" indent="-171450" algn="l">
            <a:defRPr sz="1800"/>
          </a:lvl7pPr>
          <a:lvl8pPr marL="1200150" indent="-171450" algn="l">
            <a:defRPr sz="1800"/>
          </a:lvl8pPr>
          <a:lvl9pPr marL="1371600" indent="-171450" algn="l">
            <a:defRPr sz="1800"/>
          </a:lvl9pPr>
        </a:lstStyle>
        <a:p>
          <a:pPr lvl="1">
            <a:lnSpc>
              <a:spcPct val="100000"/>
            </a:lnSpc>
            <a:spcBef>
              <a:spcPct val="0"/>
            </a:spcBef>
            <a:spcAft>
              <a:spcPct val="15000"/>
            </a:spcAft>
            <a:buChar char="•"/>
          </a:pPr>
          <a:r>
            <a:rPr lang="tr-TR" altLang="en-US">
              <a:solidFill>
                <a:schemeClr val="dk1"/>
              </a:solidFill>
            </a:rPr>
            <a:t>Önerinin kabulü-Kabul beyanı</a:t>
          </a:r>
          <a:endParaRPr lang="en-US">
            <a:solidFill>
              <a:schemeClr val="dk1"/>
            </a:solidFill>
          </a:endParaRPr>
        </a:p>
        <a:p>
          <a:pPr lvl="1">
            <a:lnSpc>
              <a:spcPct val="100000"/>
            </a:lnSpc>
            <a:spcBef>
              <a:spcPct val="0"/>
            </a:spcBef>
            <a:spcAft>
              <a:spcPct val="15000"/>
            </a:spcAft>
            <a:buChar char="•"/>
          </a:pPr>
          <a:r>
            <a:rPr lang="tr-TR" altLang="en-US">
              <a:solidFill>
                <a:schemeClr val="dk1"/>
              </a:solidFill>
            </a:rPr>
            <a:t>Siparişin tamamlanması -Ödeme</a:t>
          </a:r>
          <a:endParaRPr lang="en-US">
            <a:solidFill>
              <a:schemeClr val="dk1"/>
            </a:solidFill>
          </a:endParaRPr>
        </a:p>
        <a:p>
          <a:pPr lvl="1">
            <a:lnSpc>
              <a:spcPct val="100000"/>
            </a:lnSpc>
            <a:spcBef>
              <a:spcPct val="0"/>
            </a:spcBef>
            <a:spcAft>
              <a:spcPct val="15000"/>
            </a:spcAft>
            <a:buChar char="•"/>
          </a:pPr>
          <a:r>
            <a:rPr lang="tr-TR">
              <a:solidFill>
                <a:schemeClr val="dk1"/>
              </a:solidFill>
            </a:rPr>
            <a:t>Siparişin teyidi-E-posta/SMS</a:t>
          </a:r>
          <a:endParaRPr lang="tr-TR">
            <a:solidFill>
              <a:schemeClr val="dk1"/>
            </a:solidFill>
          </a:endParaRPr>
        </a:p>
      </dsp:txBody>
      <dsp:txXfrm>
        <a:off x="6975842" y="1472565"/>
        <a:ext cx="2041158" cy="3221355"/>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up 1"/>
      <dsp:cNvGrpSpPr/>
    </dsp:nvGrpSpPr>
    <dsp:grpSpPr>
      <a:xfrm>
        <a:off x="0" y="0"/>
        <a:ext cx="5939155" cy="4353560"/>
        <a:chOff x="0" y="0"/>
        <a:chExt cx="5939155" cy="4353560"/>
      </a:xfrm>
    </dsp:grpSpPr>
    <dsp:sp modelId="{F3596884-C09F-4C70-900E-D61864BED5F1}">
      <dsp:nvSpPr>
        <dsp:cNvPr id="5" name="Bloğu Yay 4"/>
        <dsp:cNvSpPr/>
      </dsp:nvSpPr>
      <dsp:spPr bwMode="white">
        <a:xfrm>
          <a:off x="1203452" y="410655"/>
          <a:ext cx="3532250" cy="3532250"/>
        </a:xfrm>
        <a:prstGeom prst="blockArc">
          <a:avLst>
            <a:gd name="adj1" fmla="val 16199999"/>
            <a:gd name="adj2" fmla="val 0"/>
            <a:gd name="adj3" fmla="val 3962"/>
          </a:avLst>
        </a:prstGeom>
      </dsp:spPr>
      <dsp:style>
        <a:lnRef idx="0">
          <a:schemeClr val="accent1">
            <a:tint val="60000"/>
          </a:schemeClr>
        </a:lnRef>
        <a:fillRef idx="1">
          <a:schemeClr val="accent1">
            <a:tint val="60000"/>
          </a:schemeClr>
        </a:fillRef>
        <a:effectRef idx="0">
          <a:scrgbClr r="0" g="0" b="0"/>
        </a:effectRef>
        <a:fontRef idx="minor">
          <a:schemeClr val="lt1"/>
        </a:fontRef>
      </dsp:style>
      <dsp:txXfrm>
        <a:off x="1203452" y="410655"/>
        <a:ext cx="3532250" cy="3532250"/>
      </dsp:txXfrm>
    </dsp:sp>
    <dsp:sp modelId="{15715456-3418-4DF0-AF3A-DA59307B110D}">
      <dsp:nvSpPr>
        <dsp:cNvPr id="7" name="Bloğu Yay 6"/>
        <dsp:cNvSpPr/>
      </dsp:nvSpPr>
      <dsp:spPr bwMode="white">
        <a:xfrm>
          <a:off x="1203452" y="410655"/>
          <a:ext cx="3532250" cy="3532250"/>
        </a:xfrm>
        <a:prstGeom prst="blockArc">
          <a:avLst>
            <a:gd name="adj1" fmla="val 0"/>
            <a:gd name="adj2" fmla="val 5400000"/>
            <a:gd name="adj3" fmla="val 3962"/>
          </a:avLst>
        </a:prstGeom>
      </dsp:spPr>
      <dsp:style>
        <a:lnRef idx="0">
          <a:schemeClr val="accent1">
            <a:tint val="60000"/>
          </a:schemeClr>
        </a:lnRef>
        <a:fillRef idx="1">
          <a:schemeClr val="accent1">
            <a:tint val="60000"/>
          </a:schemeClr>
        </a:fillRef>
        <a:effectRef idx="0">
          <a:scrgbClr r="0" g="0" b="0"/>
        </a:effectRef>
        <a:fontRef idx="minor">
          <a:schemeClr val="lt1"/>
        </a:fontRef>
      </dsp:style>
      <dsp:txXfrm>
        <a:off x="1203452" y="410655"/>
        <a:ext cx="3532250" cy="3532250"/>
      </dsp:txXfrm>
    </dsp:sp>
    <dsp:sp modelId="{EBDCA107-8C73-4044-AC95-50DA28B759A8}">
      <dsp:nvSpPr>
        <dsp:cNvPr id="9" name="Bloğu Yay 8"/>
        <dsp:cNvSpPr/>
      </dsp:nvSpPr>
      <dsp:spPr bwMode="white">
        <a:xfrm>
          <a:off x="1203452" y="410655"/>
          <a:ext cx="3532250" cy="3532250"/>
        </a:xfrm>
        <a:prstGeom prst="blockArc">
          <a:avLst>
            <a:gd name="adj1" fmla="val 5400000"/>
            <a:gd name="adj2" fmla="val 10800000"/>
            <a:gd name="adj3" fmla="val 3962"/>
          </a:avLst>
        </a:prstGeom>
      </dsp:spPr>
      <dsp:style>
        <a:lnRef idx="0">
          <a:schemeClr val="accent1">
            <a:tint val="60000"/>
          </a:schemeClr>
        </a:lnRef>
        <a:fillRef idx="1">
          <a:schemeClr val="accent1">
            <a:tint val="60000"/>
          </a:schemeClr>
        </a:fillRef>
        <a:effectRef idx="0">
          <a:scrgbClr r="0" g="0" b="0"/>
        </a:effectRef>
        <a:fontRef idx="minor">
          <a:schemeClr val="lt1"/>
        </a:fontRef>
      </dsp:style>
      <dsp:txXfrm>
        <a:off x="1203452" y="410655"/>
        <a:ext cx="3532250" cy="3532250"/>
      </dsp:txXfrm>
    </dsp:sp>
    <dsp:sp modelId="{B5FF6E04-452A-4146-97F4-3BC94EB5BB87}">
      <dsp:nvSpPr>
        <dsp:cNvPr id="11" name="Bloğu Yay 10"/>
        <dsp:cNvSpPr/>
      </dsp:nvSpPr>
      <dsp:spPr bwMode="white">
        <a:xfrm>
          <a:off x="1203452" y="410655"/>
          <a:ext cx="3532250" cy="3532250"/>
        </a:xfrm>
        <a:prstGeom prst="blockArc">
          <a:avLst>
            <a:gd name="adj1" fmla="val 10800000"/>
            <a:gd name="adj2" fmla="val 16199999"/>
            <a:gd name="adj3" fmla="val 3962"/>
          </a:avLst>
        </a:prstGeom>
      </dsp:spPr>
      <dsp:style>
        <a:lnRef idx="0">
          <a:schemeClr val="accent1">
            <a:tint val="60000"/>
          </a:schemeClr>
        </a:lnRef>
        <a:fillRef idx="1">
          <a:schemeClr val="accent1">
            <a:tint val="60000"/>
          </a:schemeClr>
        </a:fillRef>
        <a:effectRef idx="0">
          <a:scrgbClr r="0" g="0" b="0"/>
        </a:effectRef>
        <a:fontRef idx="minor">
          <a:schemeClr val="lt1"/>
        </a:fontRef>
      </dsp:style>
      <dsp:txXfrm>
        <a:off x="1203452" y="410655"/>
        <a:ext cx="3532250" cy="3532250"/>
      </dsp:txXfrm>
    </dsp:sp>
    <dsp:sp modelId="{BADECBB5-37EA-4668-8A2F-BD2C2902F22A}">
      <dsp:nvSpPr>
        <dsp:cNvPr id="3" name="Oval 2"/>
        <dsp:cNvSpPr/>
      </dsp:nvSpPr>
      <dsp:spPr bwMode="white">
        <a:xfrm>
          <a:off x="2197670" y="1404872"/>
          <a:ext cx="1543816" cy="1543816"/>
        </a:xfrm>
        <a:prstGeom prst="ellipse">
          <a:avLst/>
        </a:prstGeom>
      </dsp:spPr>
      <dsp:style>
        <a:lnRef idx="2">
          <a:schemeClr val="lt1"/>
        </a:lnRef>
        <a:fillRef idx="1">
          <a:schemeClr val="accent1"/>
        </a:fillRef>
        <a:effectRef idx="0">
          <a:scrgbClr r="0" g="0" b="0"/>
        </a:effectRef>
        <a:fontRef idx="minor">
          <a:schemeClr val="lt1"/>
        </a:fontRef>
      </dsp:style>
      <dsp:txBody>
        <a:bodyPr vert="horz" wrap="square" lIns="26670" tIns="26670" rIns="26670" bIns="26670" anchor="ctr"/>
        <a:lstStyle>
          <a:lvl1pPr algn="ctr">
            <a:defRPr sz="2100"/>
          </a:lvl1pPr>
          <a:lvl2pPr marL="171450" indent="-171450" algn="ctr">
            <a:defRPr sz="1600"/>
          </a:lvl2pPr>
          <a:lvl3pPr marL="342900" indent="-171450" algn="ctr">
            <a:defRPr sz="1600"/>
          </a:lvl3pPr>
          <a:lvl4pPr marL="514350" indent="-171450" algn="ctr">
            <a:defRPr sz="1600"/>
          </a:lvl4pPr>
          <a:lvl5pPr marL="685800" indent="-171450" algn="ctr">
            <a:defRPr sz="1600"/>
          </a:lvl5pPr>
          <a:lvl6pPr marL="857250" indent="-171450" algn="ctr">
            <a:defRPr sz="1600"/>
          </a:lvl6pPr>
          <a:lvl7pPr marL="1028700" indent="-171450" algn="ctr">
            <a:defRPr sz="1600"/>
          </a:lvl7pPr>
          <a:lvl8pPr marL="1200150" indent="-171450" algn="ctr">
            <a:defRPr sz="1600"/>
          </a:lvl8pPr>
          <a:lvl9pPr marL="1371600" indent="-171450" algn="ctr">
            <a:defRPr sz="1600"/>
          </a:lvl9pPr>
        </a:lstStyle>
        <a:p>
          <a:pPr lvl="0">
            <a:lnSpc>
              <a:spcPct val="100000"/>
            </a:lnSpc>
            <a:spcBef>
              <a:spcPct val="0"/>
            </a:spcBef>
            <a:spcAft>
              <a:spcPct val="35000"/>
            </a:spcAft>
          </a:pPr>
          <a:r>
            <a:rPr lang="en-US"/>
            <a:t>Sözleşme</a:t>
          </a:r>
        </a:p>
      </dsp:txBody>
      <dsp:txXfrm>
        <a:off x="2197670" y="1404872"/>
        <a:ext cx="1543816" cy="1543816"/>
      </dsp:txXfrm>
    </dsp:sp>
    <dsp:sp modelId="{C2E7DEFD-0505-42BF-AE13-B6483BF86572}">
      <dsp:nvSpPr>
        <dsp:cNvPr id="4" name="Oval 3"/>
        <dsp:cNvSpPr/>
      </dsp:nvSpPr>
      <dsp:spPr bwMode="white">
        <a:xfrm>
          <a:off x="2429242" y="0"/>
          <a:ext cx="1080671" cy="1080671"/>
        </a:xfrm>
        <a:prstGeom prst="ellipse">
          <a:avLst/>
        </a:prstGeom>
      </dsp:spPr>
      <dsp:style>
        <a:lnRef idx="2">
          <a:schemeClr val="lt1"/>
        </a:lnRef>
        <a:fillRef idx="1">
          <a:schemeClr val="accent1"/>
        </a:fillRef>
        <a:effectRef idx="0">
          <a:scrgbClr r="0" g="0" b="0"/>
        </a:effectRef>
        <a:fontRef idx="minor">
          <a:schemeClr val="lt1"/>
        </a:fontRef>
      </dsp:style>
      <dsp:txBody>
        <a:bodyPr vert="horz" wrap="square" lIns="11430" tIns="11430" rIns="11430" bIns="11430" anchor="ctr"/>
        <a:lstStyle>
          <a:lvl1pPr algn="ctr">
            <a:defRPr sz="900"/>
          </a:lvl1pPr>
          <a:lvl2pPr marL="57150" indent="-57150" algn="ctr">
            <a:defRPr sz="700"/>
          </a:lvl2pPr>
          <a:lvl3pPr marL="114300" indent="-57150" algn="ctr">
            <a:defRPr sz="700"/>
          </a:lvl3pPr>
          <a:lvl4pPr marL="171450" indent="-57150" algn="ctr">
            <a:defRPr sz="700"/>
          </a:lvl4pPr>
          <a:lvl5pPr marL="228600" indent="-57150" algn="ctr">
            <a:defRPr sz="700"/>
          </a:lvl5pPr>
          <a:lvl6pPr marL="285750" indent="-57150" algn="ctr">
            <a:defRPr sz="700"/>
          </a:lvl6pPr>
          <a:lvl7pPr marL="342900" indent="-57150" algn="ctr">
            <a:defRPr sz="700"/>
          </a:lvl7pPr>
          <a:lvl8pPr marL="400050" indent="-57150" algn="ctr">
            <a:defRPr sz="700"/>
          </a:lvl8pPr>
          <a:lvl9pPr marL="457200" indent="-57150" algn="ctr">
            <a:defRPr sz="700"/>
          </a:lvl9pPr>
        </a:lstStyle>
        <a:p>
          <a:pPr lvl="0">
            <a:lnSpc>
              <a:spcPct val="100000"/>
            </a:lnSpc>
            <a:spcBef>
              <a:spcPct val="0"/>
            </a:spcBef>
            <a:spcAft>
              <a:spcPct val="35000"/>
            </a:spcAft>
          </a:pPr>
          <a:r>
            <a:rPr lang="en-US"/>
            <a:t>Borçlar Kanunu</a:t>
          </a:r>
        </a:p>
      </dsp:txBody>
      <dsp:txXfrm>
        <a:off x="2429242" y="0"/>
        <a:ext cx="1080671" cy="1080671"/>
      </dsp:txXfrm>
    </dsp:sp>
    <dsp:sp modelId="{44F31994-0027-4DC3-B39E-FEE01FB1A852}">
      <dsp:nvSpPr>
        <dsp:cNvPr id="6" name="Oval 5"/>
        <dsp:cNvSpPr/>
      </dsp:nvSpPr>
      <dsp:spPr bwMode="white">
        <a:xfrm>
          <a:off x="4065687" y="1636445"/>
          <a:ext cx="1080671" cy="1080671"/>
        </a:xfrm>
        <a:prstGeom prst="ellipse">
          <a:avLst/>
        </a:prstGeom>
      </dsp:spPr>
      <dsp:style>
        <a:lnRef idx="2">
          <a:schemeClr val="lt1"/>
        </a:lnRef>
        <a:fillRef idx="1">
          <a:schemeClr val="accent1"/>
        </a:fillRef>
        <a:effectRef idx="0">
          <a:scrgbClr r="0" g="0" b="0"/>
        </a:effectRef>
        <a:fontRef idx="minor">
          <a:schemeClr val="lt1"/>
        </a:fontRef>
      </dsp:style>
      <dsp:txBody>
        <a:bodyPr vert="horz" wrap="square" lIns="11430" tIns="11430" rIns="11430" bIns="11430" anchor="ctr"/>
        <a:lstStyle>
          <a:lvl1pPr algn="ctr">
            <a:defRPr sz="900"/>
          </a:lvl1pPr>
          <a:lvl2pPr marL="57150" indent="-57150" algn="ctr">
            <a:defRPr sz="700"/>
          </a:lvl2pPr>
          <a:lvl3pPr marL="114300" indent="-57150" algn="ctr">
            <a:defRPr sz="700"/>
          </a:lvl3pPr>
          <a:lvl4pPr marL="171450" indent="-57150" algn="ctr">
            <a:defRPr sz="700"/>
          </a:lvl4pPr>
          <a:lvl5pPr marL="228600" indent="-57150" algn="ctr">
            <a:defRPr sz="700"/>
          </a:lvl5pPr>
          <a:lvl6pPr marL="285750" indent="-57150" algn="ctr">
            <a:defRPr sz="700"/>
          </a:lvl6pPr>
          <a:lvl7pPr marL="342900" indent="-57150" algn="ctr">
            <a:defRPr sz="700"/>
          </a:lvl7pPr>
          <a:lvl8pPr marL="400050" indent="-57150" algn="ctr">
            <a:defRPr sz="700"/>
          </a:lvl8pPr>
          <a:lvl9pPr marL="457200" indent="-57150" algn="ctr">
            <a:defRPr sz="700"/>
          </a:lvl9pPr>
        </a:lstStyle>
        <a:p>
          <a:pPr lvl="0">
            <a:lnSpc>
              <a:spcPct val="100000"/>
            </a:lnSpc>
            <a:spcBef>
              <a:spcPct val="0"/>
            </a:spcBef>
            <a:spcAft>
              <a:spcPct val="35000"/>
            </a:spcAft>
          </a:pPr>
          <a:r>
            <a:rPr lang="en-US"/>
            <a:t>Elektronik İmza Kanunu</a:t>
          </a:r>
        </a:p>
      </dsp:txBody>
      <dsp:txXfrm>
        <a:off x="4065687" y="1636445"/>
        <a:ext cx="1080671" cy="1080671"/>
      </dsp:txXfrm>
    </dsp:sp>
    <dsp:sp modelId="{0DA4B7DF-BD6B-46E8-940A-69050C019BB3}">
      <dsp:nvSpPr>
        <dsp:cNvPr id="8" name="Oval 7"/>
        <dsp:cNvSpPr/>
      </dsp:nvSpPr>
      <dsp:spPr bwMode="white">
        <a:xfrm>
          <a:off x="2429242" y="3272889"/>
          <a:ext cx="1080671" cy="1080671"/>
        </a:xfrm>
        <a:prstGeom prst="ellipse">
          <a:avLst/>
        </a:prstGeom>
      </dsp:spPr>
      <dsp:style>
        <a:lnRef idx="2">
          <a:schemeClr val="lt1"/>
        </a:lnRef>
        <a:fillRef idx="1">
          <a:schemeClr val="accent1"/>
        </a:fillRef>
        <a:effectRef idx="0">
          <a:scrgbClr r="0" g="0" b="0"/>
        </a:effectRef>
        <a:fontRef idx="minor">
          <a:schemeClr val="lt1"/>
        </a:fontRef>
      </dsp:style>
      <dsp:txBody>
        <a:bodyPr vert="horz" wrap="square" lIns="11430" tIns="11430" rIns="11430" bIns="11430" anchor="ctr"/>
        <a:lstStyle>
          <a:lvl1pPr algn="ctr">
            <a:defRPr sz="900"/>
          </a:lvl1pPr>
          <a:lvl2pPr marL="57150" indent="-57150" algn="ctr">
            <a:defRPr sz="700"/>
          </a:lvl2pPr>
          <a:lvl3pPr marL="114300" indent="-57150" algn="ctr">
            <a:defRPr sz="700"/>
          </a:lvl3pPr>
          <a:lvl4pPr marL="171450" indent="-57150" algn="ctr">
            <a:defRPr sz="700"/>
          </a:lvl4pPr>
          <a:lvl5pPr marL="228600" indent="-57150" algn="ctr">
            <a:defRPr sz="700"/>
          </a:lvl5pPr>
          <a:lvl6pPr marL="285750" indent="-57150" algn="ctr">
            <a:defRPr sz="700"/>
          </a:lvl6pPr>
          <a:lvl7pPr marL="342900" indent="-57150" algn="ctr">
            <a:defRPr sz="700"/>
          </a:lvl7pPr>
          <a:lvl8pPr marL="400050" indent="-57150" algn="ctr">
            <a:defRPr sz="700"/>
          </a:lvl8pPr>
          <a:lvl9pPr marL="457200" indent="-57150" algn="ctr">
            <a:defRPr sz="700"/>
          </a:lvl9pPr>
        </a:lstStyle>
        <a:p>
          <a:pPr lvl="0">
            <a:lnSpc>
              <a:spcPct val="100000"/>
            </a:lnSpc>
            <a:spcBef>
              <a:spcPct val="0"/>
            </a:spcBef>
            <a:spcAft>
              <a:spcPct val="35000"/>
            </a:spcAft>
          </a:pPr>
          <a:r>
            <a:rPr lang="en-US"/>
            <a:t>Elektronik Ticaretin Düzenlenmesi Hakkında Kanun</a:t>
          </a:r>
        </a:p>
      </dsp:txBody>
      <dsp:txXfrm>
        <a:off x="2429242" y="3272889"/>
        <a:ext cx="1080671" cy="1080671"/>
      </dsp:txXfrm>
    </dsp:sp>
    <dsp:sp modelId="{F539A410-44AA-4A02-9F1B-997DD2B71E87}">
      <dsp:nvSpPr>
        <dsp:cNvPr id="10" name="Oval 9"/>
        <dsp:cNvSpPr/>
      </dsp:nvSpPr>
      <dsp:spPr bwMode="white">
        <a:xfrm>
          <a:off x="792797" y="1636445"/>
          <a:ext cx="1080671" cy="1080671"/>
        </a:xfrm>
        <a:prstGeom prst="ellipse">
          <a:avLst/>
        </a:prstGeom>
      </dsp:spPr>
      <dsp:style>
        <a:lnRef idx="2">
          <a:schemeClr val="lt1"/>
        </a:lnRef>
        <a:fillRef idx="1">
          <a:schemeClr val="accent1"/>
        </a:fillRef>
        <a:effectRef idx="0">
          <a:scrgbClr r="0" g="0" b="0"/>
        </a:effectRef>
        <a:fontRef idx="minor">
          <a:schemeClr val="lt1"/>
        </a:fontRef>
      </dsp:style>
      <dsp:txBody>
        <a:bodyPr vert="horz" wrap="square" lIns="11430" tIns="11430" rIns="11430" bIns="11430" anchor="ctr"/>
        <a:lstStyle>
          <a:lvl1pPr algn="ctr">
            <a:defRPr sz="900"/>
          </a:lvl1pPr>
          <a:lvl2pPr marL="57150" indent="-57150" algn="ctr">
            <a:defRPr sz="700"/>
          </a:lvl2pPr>
          <a:lvl3pPr marL="114300" indent="-57150" algn="ctr">
            <a:defRPr sz="700"/>
          </a:lvl3pPr>
          <a:lvl4pPr marL="171450" indent="-57150" algn="ctr">
            <a:defRPr sz="700"/>
          </a:lvl4pPr>
          <a:lvl5pPr marL="228600" indent="-57150" algn="ctr">
            <a:defRPr sz="700"/>
          </a:lvl5pPr>
          <a:lvl6pPr marL="285750" indent="-57150" algn="ctr">
            <a:defRPr sz="700"/>
          </a:lvl6pPr>
          <a:lvl7pPr marL="342900" indent="-57150" algn="ctr">
            <a:defRPr sz="700"/>
          </a:lvl7pPr>
          <a:lvl8pPr marL="400050" indent="-57150" algn="ctr">
            <a:defRPr sz="700"/>
          </a:lvl8pPr>
          <a:lvl9pPr marL="457200" indent="-57150" algn="ctr">
            <a:defRPr sz="700"/>
          </a:lvl9pPr>
        </a:lstStyle>
        <a:p>
          <a:pPr lvl="0">
            <a:lnSpc>
              <a:spcPct val="100000"/>
            </a:lnSpc>
            <a:spcBef>
              <a:spcPct val="0"/>
            </a:spcBef>
            <a:spcAft>
              <a:spcPct val="35000"/>
            </a:spcAft>
          </a:pPr>
          <a:r>
            <a:rPr lang="en-US"/>
            <a:t>Tüketicinin Korunması Hakkında Kanun ve Yönetmelikler</a:t>
          </a:r>
        </a:p>
      </dsp:txBody>
      <dsp:txXfrm>
        <a:off x="792797" y="1636445"/>
        <a:ext cx="1080671" cy="1080671"/>
      </dsp:txXfrm>
    </dsp:sp>
  </dsp:spTree>
</dsp:drawing>
</file>

<file path=ppt/diagrams/layout1.xml><?xml version="1.0" encoding="utf-8"?>
<dgm:layoutDef xmlns:dgm="http://schemas.openxmlformats.org/drawingml/2006/diagram" xmlns:a="http://schemas.openxmlformats.org/drawingml/2006/main" uniqueId="urn:microsoft.com/office/officeart/2005/8/layout/process3#1">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rSet qsTypeId="urn:microsoft.com/office/officeart/2005/8/quickstyle/simple5"/>
        </dgm:pt>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srcNode" val="parTx"/>
            <dgm:param type="dstNode" val="parTx"/>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6#1">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rSet qsTypeId="urn:microsoft.com/office/officeart/2005/8/quickstyle/simple5"/>
        </dgm:pt>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dstNode" val="node"/>
                    <dgm:param type="begSty" val="noArr"/>
                    <dgm:param type="endSty" val="noArr"/>
                    <dgm:param type="connRout" val="curve"/>
                    <dgm:param type="begPts" val="ctr"/>
                    <dgm:param type="endPts" val="ctr"/>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srcNode" val="dummyConnPt"/>
                    <dgm:param type="dstNode" val="dummyConnPt"/>
                    <dgm:param type="begSty" val="noArr"/>
                    <dgm:param type="endSty" val="noArr"/>
                    <dgm:param type="connRout" val="longCurve"/>
                    <dgm:param type="begPts" val="bCtr"/>
                    <dgm:param type="endPts" val="tCtr"/>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noProof="1"/>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Calibri" panose="020F0502020204030204" pitchFamily="34" charset="0"/>
              <a:ea typeface="SimSun" panose="02010600030101010101" pitchFamily="2" charset="-122"/>
              <a:cs typeface="+mn-cs"/>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hangingPunct="1">
              <a:defRPr sz="1200" noProof="1"/>
            </a:lvl1pPr>
          </a:lstStyle>
          <a:p>
            <a:pPr marL="0" marR="0" lvl="0" indent="0" algn="r" defTabSz="914400" rtl="0" eaLnBrk="1" fontAlgn="base" latinLnBrk="0" hangingPunct="1">
              <a:lnSpc>
                <a:spcPct val="100000"/>
              </a:lnSpc>
              <a:spcBef>
                <a:spcPct val="0"/>
              </a:spcBef>
              <a:spcAft>
                <a:spcPct val="0"/>
              </a:spcAft>
              <a:buClrTx/>
              <a:buSzTx/>
              <a:buFontTx/>
              <a:buNone/>
              <a:defRPr/>
            </a:pPr>
            <a:fld id="{BC05AEFF-C121-4F98-8571-F890D160E6AA}" type="datetimeFigureOut">
              <a:rPr kumimoji="0" lang="zh-CN" altLang="en-US" sz="1200" b="0" i="0" u="none" strike="noStrike" kern="1200" cap="none" spc="0" normalizeH="0" baseline="0" noProof="1">
                <a:ln>
                  <a:noFill/>
                </a:ln>
                <a:solidFill>
                  <a:schemeClr val="tx1"/>
                </a:solidFill>
                <a:effectLst/>
                <a:uLnTx/>
                <a:uFillTx/>
                <a:latin typeface="Calibri" panose="020F0502020204030204" pitchFamily="34" charset="0"/>
                <a:ea typeface="SimSun"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Calibri" panose="020F0502020204030204" pitchFamily="34" charset="0"/>
              <a:ea typeface="SimSun" panose="02010600030101010101" pitchFamily="2" charset="-122"/>
              <a:cs typeface="+mn-cs"/>
            </a:endParaRPr>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eaLnBrk="1" hangingPunct="1">
              <a:defRPr sz="1200" noProof="1"/>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Calibri" panose="020F0502020204030204" pitchFamily="34" charset="0"/>
              <a:ea typeface="SimSun" panose="02010600030101010101" pitchFamily="2" charset="-122"/>
              <a:cs typeface="+mn-cs"/>
            </a:endParaRPr>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eaLnBrk="1" hangingPunct="1">
              <a:defRPr sz="1200" noProof="1"/>
            </a:lvl1pPr>
          </a:lstStyle>
          <a:p>
            <a:pPr marL="0" marR="0" lvl="0" indent="0" algn="r" defTabSz="914400" rtl="0" eaLnBrk="1" fontAlgn="base" latinLnBrk="0" hangingPunct="1">
              <a:lnSpc>
                <a:spcPct val="100000"/>
              </a:lnSpc>
              <a:spcBef>
                <a:spcPct val="0"/>
              </a:spcBef>
              <a:spcAft>
                <a:spcPct val="0"/>
              </a:spcAft>
              <a:buClrTx/>
              <a:buSzTx/>
              <a:buFontTx/>
              <a:buNone/>
              <a:defRPr/>
            </a:pPr>
            <a:fld id="{D913E5B3-73E3-4411-9C8C-6C2E387E4E23}" type="slidenum">
              <a:rPr kumimoji="0" lang="zh-CN" altLang="en-US" sz="1200" b="0" i="0" u="none" strike="noStrike" kern="1200" cap="none" spc="0" normalizeH="0" baseline="0" noProof="1">
                <a:ln>
                  <a:noFill/>
                </a:ln>
                <a:solidFill>
                  <a:schemeClr val="tx1"/>
                </a:solidFill>
                <a:effectLst/>
                <a:uLnTx/>
                <a:uFillTx/>
                <a:latin typeface="Calibri" panose="020F0502020204030204" pitchFamily="34" charset="0"/>
                <a:ea typeface="SimSun"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Calibri" panose="020F0502020204030204" pitchFamily="34" charset="0"/>
              <a:ea typeface="SimSun"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p>
            <a:pPr lvl="0">
              <a:buNone/>
            </a:pPr>
            <a:endParaRPr lang="zh-CN" altLang="en-US" sz="1200"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p>
            <a:pPr lvl="0" algn="r">
              <a:buNone/>
            </a:pPr>
            <a:endParaRPr lang="zh-CN" altLang="en-US" sz="1200"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smtClean="0">
              <a:ln>
                <a:noFill/>
              </a:ln>
              <a:solidFill>
                <a:schemeClr val="tx1"/>
              </a:solidFill>
              <a:effectLst/>
              <a:uLnTx/>
              <a:uFillTx/>
              <a:latin typeface="+mn-lt"/>
              <a:ea typeface="SimSun" panose="02010600030101010101" pitchFamily="2" charset="-122"/>
              <a:cs typeface="+mn-cs"/>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SimSun" panose="02010600030101010101" pitchFamily="2" charset="-122"/>
                <a:cs typeface="+mn-cs"/>
                <a:sym typeface="+mn-ea"/>
              </a:rPr>
              <a:t>Click to edit Master text style</a:t>
            </a:r>
            <a:endParaRPr kumimoji="0" lang="zh-CN" altLang="en-US" sz="1200" b="0" i="0" u="none" strike="noStrike" kern="1200" cap="none" spc="0" normalizeH="0" baseline="0" noProof="0" smtClean="0">
              <a:ln>
                <a:noFill/>
              </a:ln>
              <a:solidFill>
                <a:schemeClr val="tx1"/>
              </a:solidFill>
              <a:effectLst/>
              <a:uLnTx/>
              <a:uFillTx/>
              <a:latin typeface="+mn-lt"/>
              <a:ea typeface="SimSun" panose="02010600030101010101" pitchFamily="2" charset="-122"/>
              <a:cs typeface="+mn-cs"/>
            </a:endParaRPr>
          </a:p>
          <a:p>
            <a:pPr marL="457200" marR="0" lvl="1"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SimSun" panose="02010600030101010101" pitchFamily="2" charset="-122"/>
                <a:cs typeface="+mn-cs"/>
                <a:sym typeface="+mn-ea"/>
              </a:rPr>
              <a:t>Second level</a:t>
            </a:r>
            <a:endParaRPr kumimoji="0" lang="zh-CN" altLang="en-US" sz="1200" b="0" i="0" u="none" strike="noStrike" kern="1200" cap="none" spc="0" normalizeH="0" baseline="0" noProof="0" smtClean="0">
              <a:ln>
                <a:noFill/>
              </a:ln>
              <a:solidFill>
                <a:schemeClr val="tx1"/>
              </a:solidFill>
              <a:effectLst/>
              <a:uLnTx/>
              <a:uFillTx/>
              <a:latin typeface="+mn-lt"/>
              <a:ea typeface="SimSun" panose="02010600030101010101" pitchFamily="2" charset="-122"/>
              <a:cs typeface="+mn-cs"/>
            </a:endParaRPr>
          </a:p>
          <a:p>
            <a:pPr marL="914400" marR="0" lvl="2"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SimSun" panose="02010600030101010101" pitchFamily="2" charset="-122"/>
                <a:cs typeface="+mn-cs"/>
                <a:sym typeface="+mn-ea"/>
              </a:rPr>
              <a:t>Third level</a:t>
            </a:r>
            <a:endParaRPr kumimoji="0" lang="zh-CN" altLang="en-US" sz="1200" b="0" i="0" u="none" strike="noStrike" kern="1200" cap="none" spc="0" normalizeH="0" baseline="0" noProof="0" smtClean="0">
              <a:ln>
                <a:noFill/>
              </a:ln>
              <a:solidFill>
                <a:schemeClr val="tx1"/>
              </a:solidFill>
              <a:effectLst/>
              <a:uLnTx/>
              <a:uFillTx/>
              <a:latin typeface="+mn-lt"/>
              <a:ea typeface="SimSun" panose="02010600030101010101" pitchFamily="2" charset="-122"/>
              <a:cs typeface="+mn-cs"/>
            </a:endParaRPr>
          </a:p>
          <a:p>
            <a:pPr marL="1371600" marR="0" lvl="3"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SimSun" panose="02010600030101010101" pitchFamily="2" charset="-122"/>
                <a:cs typeface="+mn-cs"/>
                <a:sym typeface="+mn-ea"/>
              </a:rPr>
              <a:t>Fourth level</a:t>
            </a:r>
            <a:endParaRPr kumimoji="0" lang="zh-CN" altLang="en-US" sz="1200" b="0" i="0" u="none" strike="noStrike" kern="1200" cap="none" spc="0" normalizeH="0" baseline="0" noProof="0" smtClean="0">
              <a:ln>
                <a:noFill/>
              </a:ln>
              <a:solidFill>
                <a:schemeClr val="tx1"/>
              </a:solidFill>
              <a:effectLst/>
              <a:uLnTx/>
              <a:uFillTx/>
              <a:latin typeface="+mn-lt"/>
              <a:ea typeface="SimSun" panose="02010600030101010101" pitchFamily="2" charset="-122"/>
              <a:cs typeface="+mn-cs"/>
            </a:endParaRPr>
          </a:p>
          <a:p>
            <a:pPr marL="1828800" marR="0" lvl="4"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SimSun" panose="02010600030101010101" pitchFamily="2" charset="-122"/>
                <a:cs typeface="+mn-cs"/>
                <a:sym typeface="+mn-ea"/>
              </a:rPr>
              <a:t>Fifth level</a:t>
            </a:r>
            <a:endParaRPr kumimoji="0" lang="zh-CN" altLang="en-US" sz="1200" b="0" i="0" u="none" strike="noStrike" kern="1200" cap="none" spc="0" normalizeH="0" baseline="0" noProof="0" smtClean="0">
              <a:ln>
                <a:noFill/>
              </a:ln>
              <a:solidFill>
                <a:schemeClr val="tx1"/>
              </a:solidFill>
              <a:effectLst/>
              <a:uLnTx/>
              <a:uFillTx/>
              <a:latin typeface="+mn-lt"/>
              <a:ea typeface="SimSun" panose="02010600030101010101" pitchFamily="2" charset="-122"/>
              <a:cs typeface="+mn-cs"/>
            </a:endParaRP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p>
            <a:pPr lvl="0">
              <a:buNone/>
            </a:pPr>
            <a:endParaRPr lang="zh-CN" altLang="en-US" sz="1200" dirty="0"/>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p>
            <a:pPr lvl="0" algn="r">
              <a:buNone/>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0"/>
      </a:spcBef>
      <a:spcAft>
        <a:spcPct val="0"/>
      </a:spcAft>
      <a:defRPr sz="1200" kern="1200">
        <a:solidFill>
          <a:schemeClr val="tx1"/>
        </a:solidFill>
        <a:latin typeface="+mn-lt"/>
        <a:ea typeface="SimSun" panose="02010600030101010101" pitchFamily="2" charset="-122"/>
        <a:cs typeface="+mn-cs"/>
      </a:defRPr>
    </a:lvl1pPr>
    <a:lvl2pPr marL="457200" algn="l" rtl="0" eaLnBrk="0" fontAlgn="base" hangingPunct="0">
      <a:spcBef>
        <a:spcPct val="0"/>
      </a:spcBef>
      <a:spcAft>
        <a:spcPct val="0"/>
      </a:spcAft>
      <a:defRPr sz="1200" kern="1200">
        <a:solidFill>
          <a:schemeClr val="tx1"/>
        </a:solidFill>
        <a:latin typeface="+mn-lt"/>
        <a:ea typeface="SimSun" panose="02010600030101010101" pitchFamily="2" charset="-122"/>
        <a:cs typeface="+mn-cs"/>
      </a:defRPr>
    </a:lvl2pPr>
    <a:lvl3pPr marL="914400" algn="l" rtl="0" eaLnBrk="0" fontAlgn="base" hangingPunct="0">
      <a:spcBef>
        <a:spcPct val="0"/>
      </a:spcBef>
      <a:spcAft>
        <a:spcPct val="0"/>
      </a:spcAft>
      <a:defRPr sz="1200" kern="1200">
        <a:solidFill>
          <a:schemeClr val="tx1"/>
        </a:solidFill>
        <a:latin typeface="+mn-lt"/>
        <a:ea typeface="SimSun" panose="02010600030101010101" pitchFamily="2" charset="-122"/>
        <a:cs typeface="+mn-cs"/>
      </a:defRPr>
    </a:lvl3pPr>
    <a:lvl4pPr marL="1371600" algn="l" rtl="0" eaLnBrk="0" fontAlgn="base" hangingPunct="0">
      <a:spcBef>
        <a:spcPct val="0"/>
      </a:spcBef>
      <a:spcAft>
        <a:spcPct val="0"/>
      </a:spcAft>
      <a:defRPr sz="1200" kern="1200">
        <a:solidFill>
          <a:schemeClr val="tx1"/>
        </a:solidFill>
        <a:latin typeface="+mn-lt"/>
        <a:ea typeface="SimSun" panose="02010600030101010101" pitchFamily="2" charset="-122"/>
        <a:cs typeface="+mn-cs"/>
      </a:defRPr>
    </a:lvl4pPr>
    <a:lvl5pPr marL="1828800" algn="l" rtl="0" eaLnBrk="0" fontAlgn="base" hangingPunct="0">
      <a:spcBef>
        <a:spcPct val="0"/>
      </a:spcBef>
      <a:spcAft>
        <a:spcPct val="0"/>
      </a:spcAft>
      <a:defRPr sz="1200" kern="1200">
        <a:solidFill>
          <a:schemeClr val="tx1"/>
        </a:solidFill>
        <a:latin typeface="+mn-lt"/>
        <a:ea typeface="SimSun"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幻灯片图像占位符 1"/>
          <p:cNvSpPr>
            <a:spLocks noGrp="1" noRot="1" noChangeAspect="1" noTextEdit="1"/>
          </p:cNvSpPr>
          <p:nvPr>
            <p:ph type="sldImg"/>
          </p:nvPr>
        </p:nvSpPr>
        <p:spPr>
          <a:ln>
            <a:solidFill>
              <a:srgbClr val="000000">
                <a:alpha val="100000"/>
              </a:srgbClr>
            </a:solidFill>
            <a:miter lim="800000"/>
          </a:ln>
        </p:spPr>
      </p:sp>
      <p:sp>
        <p:nvSpPr>
          <p:cNvPr id="8195" name="备注占位符 2"/>
          <p:cNvSpPr>
            <a:spLocks noGrp="1"/>
          </p:cNvSpPr>
          <p:nvPr>
            <p:ph type="body"/>
          </p:nvPr>
        </p:nvSpPr>
        <p:spPr>
          <a:noFill/>
          <a:ln>
            <a:noFill/>
          </a:ln>
        </p:spPr>
        <p:txBody>
          <a:bodyPr wrap="square" lIns="91440" tIns="45720" rIns="91440" bIns="45720" anchor="t" anchorCtr="0"/>
          <a:p>
            <a:pPr lvl="0" eaLnBrk="1" hangingPunct="1"/>
            <a:endParaRPr lang="zh-CN" altLang="en-US" dirty="0"/>
          </a:p>
        </p:txBody>
      </p:sp>
      <p:sp>
        <p:nvSpPr>
          <p:cNvPr id="8196"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fld id="{9A0DB2DC-4C9A-4742-B13C-FB6460FD3503}" type="slidenum">
              <a:rPr lang="zh-CN" altLang="en-US" sz="1200" dirty="0"/>
            </a:fld>
            <a:endParaRPr lang="zh-CN" altLang="en-US"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Slide Image Placeholder 1"/>
          <p:cNvSpPr>
            <a:spLocks noTextEdit="1"/>
          </p:cNvSpPr>
          <p:nvPr>
            <p:ph type="sldImg"/>
          </p:nvPr>
        </p:nvSpPr>
        <p:spPr>
          <a:ln>
            <a:solidFill>
              <a:srgbClr val="000000">
                <a:alpha val="100000"/>
              </a:srgbClr>
            </a:solidFill>
            <a:miter lim="800000"/>
          </a:ln>
        </p:spPr>
      </p:sp>
      <p:sp>
        <p:nvSpPr>
          <p:cNvPr id="12291"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Slide Image Placeholder 1"/>
          <p:cNvSpPr>
            <a:spLocks noTextEdit="1"/>
          </p:cNvSpPr>
          <p:nvPr>
            <p:ph type="sldImg"/>
          </p:nvPr>
        </p:nvSpPr>
        <p:spPr>
          <a:ln>
            <a:solidFill>
              <a:srgbClr val="000000">
                <a:alpha val="100000"/>
              </a:srgbClr>
            </a:solidFill>
            <a:miter lim="800000"/>
          </a:ln>
        </p:spPr>
      </p:sp>
      <p:sp>
        <p:nvSpPr>
          <p:cNvPr id="14339"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Slide Image Placeholder 1"/>
          <p:cNvSpPr>
            <a:spLocks noTextEdit="1"/>
          </p:cNvSpPr>
          <p:nvPr>
            <p:ph type="sldImg"/>
          </p:nvPr>
        </p:nvSpPr>
        <p:spPr>
          <a:ln>
            <a:solidFill>
              <a:srgbClr val="000000">
                <a:alpha val="100000"/>
              </a:srgbClr>
            </a:solidFill>
            <a:miter lim="800000"/>
          </a:ln>
        </p:spPr>
      </p:sp>
      <p:sp>
        <p:nvSpPr>
          <p:cNvPr id="16387"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Slide Image Placeholder 1"/>
          <p:cNvSpPr>
            <a:spLocks noTextEdit="1"/>
          </p:cNvSpPr>
          <p:nvPr>
            <p:ph type="sldImg"/>
          </p:nvPr>
        </p:nvSpPr>
        <p:spPr>
          <a:ln>
            <a:solidFill>
              <a:srgbClr val="000000">
                <a:alpha val="100000"/>
              </a:srgbClr>
            </a:solidFill>
            <a:miter lim="800000"/>
          </a:ln>
        </p:spPr>
      </p:sp>
      <p:sp>
        <p:nvSpPr>
          <p:cNvPr id="18435"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Slide Image Placeholder 1"/>
          <p:cNvSpPr>
            <a:spLocks noTextEdit="1"/>
          </p:cNvSpPr>
          <p:nvPr>
            <p:ph type="sldImg"/>
          </p:nvPr>
        </p:nvSpPr>
        <p:spPr>
          <a:ln>
            <a:solidFill>
              <a:srgbClr val="000000">
                <a:alpha val="100000"/>
              </a:srgbClr>
            </a:solidFill>
            <a:miter lim="800000"/>
          </a:ln>
        </p:spPr>
      </p:sp>
      <p:sp>
        <p:nvSpPr>
          <p:cNvPr id="20483"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Slide Image Placeholder 1"/>
          <p:cNvSpPr>
            <a:spLocks noTextEdit="1"/>
          </p:cNvSpPr>
          <p:nvPr>
            <p:ph type="sldImg"/>
          </p:nvPr>
        </p:nvSpPr>
        <p:spPr>
          <a:ln>
            <a:solidFill>
              <a:srgbClr val="000000">
                <a:alpha val="100000"/>
              </a:srgbClr>
            </a:solidFill>
            <a:miter lim="800000"/>
          </a:ln>
        </p:spPr>
      </p:sp>
      <p:sp>
        <p:nvSpPr>
          <p:cNvPr id="22531"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Slide Image Placeholder 1"/>
          <p:cNvSpPr>
            <a:spLocks noTextEdit="1"/>
          </p:cNvSpPr>
          <p:nvPr>
            <p:ph type="sldImg"/>
          </p:nvPr>
        </p:nvSpPr>
        <p:spPr>
          <a:ln>
            <a:solidFill>
              <a:srgbClr val="000000">
                <a:alpha val="100000"/>
              </a:srgbClr>
            </a:solidFill>
            <a:miter lim="800000"/>
          </a:ln>
        </p:spPr>
      </p:sp>
      <p:sp>
        <p:nvSpPr>
          <p:cNvPr id="24579"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Slide Image Placeholder 1"/>
          <p:cNvSpPr>
            <a:spLocks noTextEdit="1"/>
          </p:cNvSpPr>
          <p:nvPr>
            <p:ph type="sldImg"/>
          </p:nvPr>
        </p:nvSpPr>
        <p:spPr>
          <a:ln>
            <a:solidFill>
              <a:srgbClr val="000000">
                <a:alpha val="100000"/>
              </a:srgbClr>
            </a:solidFill>
            <a:miter lim="800000"/>
          </a:ln>
        </p:spPr>
      </p:sp>
      <p:sp>
        <p:nvSpPr>
          <p:cNvPr id="26627"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Slide Image Placeholder 1"/>
          <p:cNvSpPr>
            <a:spLocks noTextEdit="1"/>
          </p:cNvSpPr>
          <p:nvPr>
            <p:ph type="sldImg"/>
          </p:nvPr>
        </p:nvSpPr>
        <p:spPr>
          <a:ln>
            <a:solidFill>
              <a:srgbClr val="000000">
                <a:alpha val="100000"/>
              </a:srgbClr>
            </a:solidFill>
            <a:miter lim="800000"/>
          </a:ln>
        </p:spPr>
      </p:sp>
      <p:sp>
        <p:nvSpPr>
          <p:cNvPr id="26627"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Slide Image Placeholder 1"/>
          <p:cNvSpPr>
            <a:spLocks noTextEdit="1"/>
          </p:cNvSpPr>
          <p:nvPr>
            <p:ph type="sldImg"/>
          </p:nvPr>
        </p:nvSpPr>
        <p:spPr>
          <a:ln>
            <a:solidFill>
              <a:srgbClr val="000000">
                <a:alpha val="100000"/>
              </a:srgbClr>
            </a:solidFill>
            <a:miter lim="800000"/>
          </a:ln>
        </p:spPr>
      </p:sp>
      <p:sp>
        <p:nvSpPr>
          <p:cNvPr id="26627"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Slide Image Placeholder 1"/>
          <p:cNvSpPr>
            <a:spLocks noTextEdit="1"/>
          </p:cNvSpPr>
          <p:nvPr>
            <p:ph type="sldImg"/>
          </p:nvPr>
        </p:nvSpPr>
        <p:spPr>
          <a:ln>
            <a:solidFill>
              <a:srgbClr val="000000">
                <a:alpha val="100000"/>
              </a:srgbClr>
            </a:solidFill>
            <a:miter lim="800000"/>
          </a:ln>
        </p:spPr>
      </p:sp>
      <p:sp>
        <p:nvSpPr>
          <p:cNvPr id="28675"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Slide Image Placeholder 1"/>
          <p:cNvSpPr>
            <a:spLocks noTextEdit="1"/>
          </p:cNvSpPr>
          <p:nvPr>
            <p:ph type="sldImg"/>
          </p:nvPr>
        </p:nvSpPr>
        <p:spPr>
          <a:ln>
            <a:solidFill>
              <a:srgbClr val="000000">
                <a:alpha val="100000"/>
              </a:srgbClr>
            </a:solidFill>
            <a:miter lim="800000"/>
          </a:ln>
        </p:spPr>
      </p:sp>
      <p:sp>
        <p:nvSpPr>
          <p:cNvPr id="30723"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Slide Image Placeholder 1"/>
          <p:cNvSpPr>
            <a:spLocks noTextEdit="1"/>
          </p:cNvSpPr>
          <p:nvPr>
            <p:ph type="sldImg"/>
          </p:nvPr>
        </p:nvSpPr>
        <p:spPr>
          <a:ln>
            <a:solidFill>
              <a:srgbClr val="000000">
                <a:alpha val="100000"/>
              </a:srgbClr>
            </a:solidFill>
            <a:miter lim="800000"/>
          </a:ln>
        </p:spPr>
      </p:sp>
      <p:sp>
        <p:nvSpPr>
          <p:cNvPr id="32771"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Slide Image Placeholder 1"/>
          <p:cNvSpPr>
            <a:spLocks noTextEdit="1"/>
          </p:cNvSpPr>
          <p:nvPr>
            <p:ph type="sldImg"/>
          </p:nvPr>
        </p:nvSpPr>
        <p:spPr>
          <a:ln>
            <a:solidFill>
              <a:srgbClr val="000000">
                <a:alpha val="100000"/>
              </a:srgbClr>
            </a:solidFill>
            <a:miter lim="800000"/>
          </a:ln>
        </p:spPr>
      </p:sp>
      <p:sp>
        <p:nvSpPr>
          <p:cNvPr id="34819"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Slide Image Placeholder 1"/>
          <p:cNvSpPr>
            <a:spLocks noTextEdit="1"/>
          </p:cNvSpPr>
          <p:nvPr>
            <p:ph type="sldImg"/>
          </p:nvPr>
        </p:nvSpPr>
        <p:spPr>
          <a:ln>
            <a:solidFill>
              <a:srgbClr val="000000">
                <a:alpha val="100000"/>
              </a:srgbClr>
            </a:solidFill>
            <a:miter lim="800000"/>
          </a:ln>
        </p:spPr>
      </p:sp>
      <p:sp>
        <p:nvSpPr>
          <p:cNvPr id="36867"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Slide Image Placeholder 1"/>
          <p:cNvSpPr>
            <a:spLocks noTextEdit="1"/>
          </p:cNvSpPr>
          <p:nvPr>
            <p:ph type="sldImg"/>
          </p:nvPr>
        </p:nvSpPr>
        <p:spPr>
          <a:ln>
            <a:solidFill>
              <a:srgbClr val="000000">
                <a:alpha val="100000"/>
              </a:srgbClr>
            </a:solidFill>
            <a:miter lim="800000"/>
          </a:ln>
        </p:spPr>
      </p:sp>
      <p:sp>
        <p:nvSpPr>
          <p:cNvPr id="38915"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Slide Image Placeholder 1"/>
          <p:cNvSpPr>
            <a:spLocks noTextEdit="1"/>
          </p:cNvSpPr>
          <p:nvPr>
            <p:ph type="sldImg"/>
          </p:nvPr>
        </p:nvSpPr>
        <p:spPr>
          <a:ln>
            <a:solidFill>
              <a:srgbClr val="000000">
                <a:alpha val="100000"/>
              </a:srgbClr>
            </a:solidFill>
            <a:miter lim="800000"/>
          </a:ln>
        </p:spPr>
      </p:sp>
      <p:sp>
        <p:nvSpPr>
          <p:cNvPr id="40963"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Slide Image Placeholder 1"/>
          <p:cNvSpPr>
            <a:spLocks noTextEdit="1"/>
          </p:cNvSpPr>
          <p:nvPr>
            <p:ph type="sldImg"/>
          </p:nvPr>
        </p:nvSpPr>
        <p:spPr>
          <a:ln>
            <a:solidFill>
              <a:srgbClr val="000000">
                <a:alpha val="100000"/>
              </a:srgbClr>
            </a:solidFill>
            <a:miter lim="800000"/>
          </a:ln>
        </p:spPr>
      </p:sp>
      <p:sp>
        <p:nvSpPr>
          <p:cNvPr id="43011"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Slide Image Placeholder 1"/>
          <p:cNvSpPr>
            <a:spLocks noTextEdit="1"/>
          </p:cNvSpPr>
          <p:nvPr>
            <p:ph type="sldImg"/>
          </p:nvPr>
        </p:nvSpPr>
        <p:spPr>
          <a:ln>
            <a:solidFill>
              <a:srgbClr val="000000">
                <a:alpha val="100000"/>
              </a:srgbClr>
            </a:solidFill>
            <a:miter lim="800000"/>
          </a:ln>
        </p:spPr>
      </p:sp>
      <p:sp>
        <p:nvSpPr>
          <p:cNvPr id="43011"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Slide Image Placeholder 1"/>
          <p:cNvSpPr>
            <a:spLocks noTextEdit="1"/>
          </p:cNvSpPr>
          <p:nvPr>
            <p:ph type="sldImg"/>
          </p:nvPr>
        </p:nvSpPr>
        <p:spPr>
          <a:ln>
            <a:solidFill>
              <a:srgbClr val="000000">
                <a:alpha val="100000"/>
              </a:srgbClr>
            </a:solidFill>
            <a:miter lim="800000"/>
          </a:ln>
        </p:spPr>
      </p:sp>
      <p:sp>
        <p:nvSpPr>
          <p:cNvPr id="43011"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Slide Image Placeholder 1"/>
          <p:cNvSpPr>
            <a:spLocks noTextEdit="1"/>
          </p:cNvSpPr>
          <p:nvPr>
            <p:ph type="sldImg"/>
          </p:nvPr>
        </p:nvSpPr>
        <p:spPr>
          <a:ln>
            <a:solidFill>
              <a:srgbClr val="000000">
                <a:alpha val="100000"/>
              </a:srgbClr>
            </a:solidFill>
            <a:miter lim="800000"/>
          </a:ln>
        </p:spPr>
      </p:sp>
      <p:sp>
        <p:nvSpPr>
          <p:cNvPr id="43011"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Slide Image Placeholder 1"/>
          <p:cNvSpPr>
            <a:spLocks noTextEdit="1"/>
          </p:cNvSpPr>
          <p:nvPr>
            <p:ph type="sldImg"/>
          </p:nvPr>
        </p:nvSpPr>
        <p:spPr>
          <a:ln>
            <a:solidFill>
              <a:srgbClr val="000000">
                <a:alpha val="100000"/>
              </a:srgbClr>
            </a:solidFill>
            <a:miter lim="800000"/>
          </a:ln>
        </p:spPr>
      </p:sp>
      <p:sp>
        <p:nvSpPr>
          <p:cNvPr id="43011"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Slide Image Placeholder 1"/>
          <p:cNvSpPr>
            <a:spLocks noTextEdit="1"/>
          </p:cNvSpPr>
          <p:nvPr>
            <p:ph type="sldImg"/>
          </p:nvPr>
        </p:nvSpPr>
        <p:spPr>
          <a:ln>
            <a:solidFill>
              <a:srgbClr val="000000">
                <a:alpha val="100000"/>
              </a:srgbClr>
            </a:solidFill>
            <a:miter lim="800000"/>
          </a:ln>
        </p:spPr>
      </p:sp>
      <p:sp>
        <p:nvSpPr>
          <p:cNvPr id="43011"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Slide Image Placeholder 1"/>
          <p:cNvSpPr>
            <a:spLocks noTextEdit="1"/>
          </p:cNvSpPr>
          <p:nvPr>
            <p:ph type="sldImg"/>
          </p:nvPr>
        </p:nvSpPr>
        <p:spPr>
          <a:ln>
            <a:solidFill>
              <a:srgbClr val="000000">
                <a:alpha val="100000"/>
              </a:srgbClr>
            </a:solidFill>
            <a:miter lim="800000"/>
          </a:ln>
        </p:spPr>
      </p:sp>
      <p:sp>
        <p:nvSpPr>
          <p:cNvPr id="43011"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Slide Image Placeholder 1"/>
          <p:cNvSpPr>
            <a:spLocks noTextEdit="1"/>
          </p:cNvSpPr>
          <p:nvPr>
            <p:ph type="sldImg"/>
          </p:nvPr>
        </p:nvSpPr>
        <p:spPr>
          <a:ln>
            <a:solidFill>
              <a:srgbClr val="000000">
                <a:alpha val="100000"/>
              </a:srgbClr>
            </a:solidFill>
            <a:miter lim="800000"/>
          </a:ln>
        </p:spPr>
      </p:sp>
      <p:sp>
        <p:nvSpPr>
          <p:cNvPr id="43011"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Slide Image Placeholder 1"/>
          <p:cNvSpPr>
            <a:spLocks noTextEdit="1"/>
          </p:cNvSpPr>
          <p:nvPr>
            <p:ph type="sldImg"/>
          </p:nvPr>
        </p:nvSpPr>
        <p:spPr>
          <a:ln>
            <a:solidFill>
              <a:srgbClr val="000000">
                <a:alpha val="100000"/>
              </a:srgbClr>
            </a:solidFill>
            <a:miter lim="800000"/>
          </a:ln>
        </p:spPr>
      </p:sp>
      <p:sp>
        <p:nvSpPr>
          <p:cNvPr id="43011"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Slide Image Placeholder 1"/>
          <p:cNvSpPr>
            <a:spLocks noTextEdit="1"/>
          </p:cNvSpPr>
          <p:nvPr>
            <p:ph type="sldImg"/>
          </p:nvPr>
        </p:nvSpPr>
        <p:spPr>
          <a:ln>
            <a:solidFill>
              <a:srgbClr val="000000">
                <a:alpha val="100000"/>
              </a:srgbClr>
            </a:solidFill>
            <a:miter lim="800000"/>
          </a:ln>
        </p:spPr>
      </p:sp>
      <p:sp>
        <p:nvSpPr>
          <p:cNvPr id="43011"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Slide Image Placeholder 1"/>
          <p:cNvSpPr>
            <a:spLocks noTextEdit="1"/>
          </p:cNvSpPr>
          <p:nvPr>
            <p:ph type="sldImg"/>
          </p:nvPr>
        </p:nvSpPr>
        <p:spPr>
          <a:ln>
            <a:solidFill>
              <a:srgbClr val="000000">
                <a:alpha val="100000"/>
              </a:srgbClr>
            </a:solidFill>
            <a:miter lim="800000"/>
          </a:ln>
        </p:spPr>
      </p:sp>
      <p:sp>
        <p:nvSpPr>
          <p:cNvPr id="43011"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Slide Image Placeholder 1"/>
          <p:cNvSpPr>
            <a:spLocks noTextEdit="1"/>
          </p:cNvSpPr>
          <p:nvPr>
            <p:ph type="sldImg"/>
          </p:nvPr>
        </p:nvSpPr>
        <p:spPr>
          <a:ln>
            <a:solidFill>
              <a:srgbClr val="000000">
                <a:alpha val="100000"/>
              </a:srgbClr>
            </a:solidFill>
            <a:miter lim="800000"/>
          </a:ln>
        </p:spPr>
      </p:sp>
      <p:sp>
        <p:nvSpPr>
          <p:cNvPr id="45059"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Slide Image Placeholder 1"/>
          <p:cNvSpPr>
            <a:spLocks noTextEdit="1"/>
          </p:cNvSpPr>
          <p:nvPr>
            <p:ph type="sldImg"/>
          </p:nvPr>
        </p:nvSpPr>
        <p:spPr>
          <a:ln>
            <a:solidFill>
              <a:srgbClr val="000000">
                <a:alpha val="100000"/>
              </a:srgbClr>
            </a:solidFill>
            <a:miter lim="800000"/>
          </a:ln>
        </p:spPr>
      </p:sp>
      <p:sp>
        <p:nvSpPr>
          <p:cNvPr id="47107"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Click to edit Master title style</a:t>
            </a:r>
            <a:endParaRPr lang="zh-CN" altLang="en-US" noProof="1" smtClean="0"/>
          </a:p>
        </p:txBody>
      </p:sp>
      <p:sp>
        <p:nvSpPr>
          <p:cNvPr id="3" name="内容占位符 2"/>
          <p:cNvSpPr>
            <a:spLocks noGrp="1"/>
          </p:cNvSpPr>
          <p:nvPr>
            <p:ph idx="1" hasCustomPrompt="1"/>
          </p:nvPr>
        </p:nvSpPr>
        <p:spPr/>
        <p:txBody>
          <a:bodyPr/>
          <a:lstStyle/>
          <a:p>
            <a:pPr lvl="0"/>
            <a:r>
              <a:rPr lang="tr-TR" altLang="zh-CN" noProof="1" smtClean="0"/>
              <a:t>Asıl metin stillerini düzenle</a:t>
            </a:r>
            <a:endParaRPr lang="tr-TR" altLang="zh-CN" noProof="1" smtClean="0"/>
          </a:p>
          <a:p>
            <a:pPr lvl="1"/>
            <a:r>
              <a:rPr lang="tr-TR" altLang="zh-CN" noProof="1" smtClean="0"/>
              <a:t>İkinci düzey</a:t>
            </a:r>
            <a:endParaRPr lang="tr-TR" altLang="zh-CN" noProof="1" smtClean="0"/>
          </a:p>
          <a:p>
            <a:pPr lvl="2"/>
            <a:r>
              <a:rPr lang="tr-TR" altLang="zh-CN" noProof="1" smtClean="0"/>
              <a:t>Üçüncü düzey</a:t>
            </a:r>
            <a:endParaRPr lang="tr-TR" altLang="zh-CN" noProof="1" smtClean="0"/>
          </a:p>
          <a:p>
            <a:pPr lvl="3"/>
            <a:r>
              <a:rPr lang="tr-TR" altLang="zh-CN" noProof="1" smtClean="0"/>
              <a:t>Dördüncü düzey</a:t>
            </a:r>
            <a:endParaRPr lang="tr-TR" altLang="zh-CN" noProof="1" smtClean="0"/>
          </a:p>
          <a:p>
            <a:pPr lvl="4"/>
            <a:r>
              <a:rPr lang="tr-TR" altLang="zh-CN" noProof="1" smtClean="0"/>
              <a:t>Beşinci düzey</a:t>
            </a:r>
            <a:endParaRPr lang="zh-CN" altLang="en-US" noProof="1" smtClean="0"/>
          </a:p>
        </p:txBody>
      </p:sp>
      <p:sp>
        <p:nvSpPr>
          <p:cNvPr id="4" name="Tarih Yer Tutucusu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 </a:t>
            </a: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Alt Bilgi Yer Tutucu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 </a:t>
            </a: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ayt Numarası Yer Tutucu 5"/>
          <p:cNvSpPr>
            <a:spLocks noGrp="1"/>
          </p:cNvSpPr>
          <p:nvPr>
            <p:ph type="sldNum" sz="quarter" idx="12"/>
          </p:nvPr>
        </p:nvSpPr>
        <p:spPr/>
        <p:txBody>
          <a:bodyPr/>
          <a:p>
            <a:pPr lvl="0" eaLnBrk="1" hangingPunct="1">
              <a:buNone/>
            </a:pPr>
            <a:fld id="{9A0DB2DC-4C9A-4742-B13C-FB6460FD3503}" type="slidenum">
              <a:rPr lang="zh-CN" altLang="en-US" dirty="0">
                <a:latin typeface="Calibri" panose="020F0502020204030204" pitchFamily="34" charset="0"/>
              </a:rPr>
            </a:fld>
            <a:endParaRPr lang="zh-CN" altLang="en-US" dirty="0">
              <a:latin typeface="Calibri" panose="020F050202020403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solidFill>
                  <a:schemeClr val="bg1"/>
                </a:solidFill>
              </a:defRPr>
            </a:lvl1pPr>
          </a:lstStyle>
          <a:p>
            <a:r>
              <a:rPr lang="zh-CN" altLang="en-US" noProof="1" smtClean="0"/>
              <a:t>Click to edit Master title style</a:t>
            </a:r>
            <a:endParaRPr lang="zh-CN" altLang="en-US" noProof="1" smtClean="0"/>
          </a:p>
        </p:txBody>
      </p:sp>
      <p:sp>
        <p:nvSpPr>
          <p:cNvPr id="3" name="内容占位符 2"/>
          <p:cNvSpPr>
            <a:spLocks noGrp="1"/>
          </p:cNvSpPr>
          <p:nvPr>
            <p:ph idx="1" hasCustomPrompt="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tr-TR" altLang="zh-CN" noProof="1" smtClean="0"/>
              <a:t>Asıl metin stillerini düzenle</a:t>
            </a:r>
            <a:endParaRPr lang="tr-TR" altLang="zh-CN" noProof="1" smtClean="0"/>
          </a:p>
          <a:p>
            <a:pPr lvl="1"/>
            <a:r>
              <a:rPr lang="tr-TR" altLang="zh-CN" noProof="1" smtClean="0"/>
              <a:t>İkinci düzey</a:t>
            </a:r>
            <a:endParaRPr lang="tr-TR" altLang="zh-CN" noProof="1" smtClean="0"/>
          </a:p>
          <a:p>
            <a:pPr lvl="2"/>
            <a:r>
              <a:rPr lang="tr-TR" altLang="zh-CN" noProof="1" smtClean="0"/>
              <a:t>Üçüncü düzey</a:t>
            </a:r>
            <a:endParaRPr lang="tr-TR" altLang="zh-CN" noProof="1" smtClean="0"/>
          </a:p>
          <a:p>
            <a:pPr lvl="3"/>
            <a:r>
              <a:rPr lang="tr-TR" altLang="zh-CN" noProof="1" smtClean="0"/>
              <a:t>Dördüncü düzey</a:t>
            </a:r>
            <a:endParaRPr lang="tr-TR" altLang="zh-CN" noProof="1" smtClean="0"/>
          </a:p>
          <a:p>
            <a:pPr lvl="4"/>
            <a:r>
              <a:rPr lang="tr-TR" altLang="zh-CN" noProof="1" smtClean="0"/>
              <a:t>Beşinci düzey</a:t>
            </a:r>
            <a:endParaRPr lang="zh-CN" altLang="en-US" noProof="1" smtClean="0"/>
          </a:p>
        </p:txBody>
      </p:sp>
      <p:sp>
        <p:nvSpPr>
          <p:cNvPr id="4" name="Tarih Yer Tutucusu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 </a:t>
            </a: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Alt Bilgi Yer Tutucu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 </a:t>
            </a: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ayt Numarası Yer Tutucu 5"/>
          <p:cNvSpPr>
            <a:spLocks noGrp="1"/>
          </p:cNvSpPr>
          <p:nvPr>
            <p:ph type="sldNum" sz="quarter" idx="12"/>
          </p:nvPr>
        </p:nvSpPr>
        <p:spPr/>
        <p:txBody>
          <a:bodyPr/>
          <a:p>
            <a:pPr lvl="0" eaLnBrk="1" hangingPunct="1">
              <a:buNone/>
            </a:pPr>
            <a:fld id="{9A0DB2DC-4C9A-4742-B13C-FB6460FD3503}" type="slidenum">
              <a:rPr lang="zh-CN" altLang="en-US" dirty="0">
                <a:latin typeface="Calibri" panose="020F0502020204030204" pitchFamily="34" charset="0"/>
              </a:rPr>
            </a:fld>
            <a:endParaRPr lang="zh-CN" altLang="en-US" dirty="0">
              <a:latin typeface="Calibri" panose="020F050202020403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solidFill>
                  <a:schemeClr val="bg1"/>
                </a:solidFill>
              </a:defRPr>
            </a:lvl1pPr>
          </a:lstStyle>
          <a:p>
            <a:r>
              <a:rPr lang="zh-CN" altLang="en-US" noProof="1" smtClean="0"/>
              <a:t>Click to edit Master title style</a:t>
            </a:r>
            <a:endParaRPr lang="zh-CN" altLang="en-US" noProof="1" smtClean="0"/>
          </a:p>
        </p:txBody>
      </p:sp>
      <p:sp>
        <p:nvSpPr>
          <p:cNvPr id="3" name="内容占位符 2"/>
          <p:cNvSpPr>
            <a:spLocks noGrp="1"/>
          </p:cNvSpPr>
          <p:nvPr>
            <p:ph idx="1" hasCustomPrompt="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tr-TR" altLang="zh-CN" noProof="1" smtClean="0"/>
              <a:t>Asıl metin stillerini düzenle</a:t>
            </a:r>
            <a:endParaRPr lang="tr-TR" altLang="zh-CN" noProof="1" smtClean="0"/>
          </a:p>
          <a:p>
            <a:pPr lvl="1"/>
            <a:r>
              <a:rPr lang="tr-TR" altLang="zh-CN" noProof="1" smtClean="0"/>
              <a:t>İkinci düzey</a:t>
            </a:r>
            <a:endParaRPr lang="tr-TR" altLang="zh-CN" noProof="1" smtClean="0"/>
          </a:p>
          <a:p>
            <a:pPr lvl="2"/>
            <a:r>
              <a:rPr lang="tr-TR" altLang="zh-CN" noProof="1" smtClean="0"/>
              <a:t>Üçüncü düzey</a:t>
            </a:r>
            <a:endParaRPr lang="tr-TR" altLang="zh-CN" noProof="1" smtClean="0"/>
          </a:p>
          <a:p>
            <a:pPr lvl="3"/>
            <a:r>
              <a:rPr lang="tr-TR" altLang="zh-CN" noProof="1" smtClean="0"/>
              <a:t>Dördüncü düzey</a:t>
            </a:r>
            <a:endParaRPr lang="tr-TR" altLang="zh-CN" noProof="1" smtClean="0"/>
          </a:p>
          <a:p>
            <a:pPr lvl="4"/>
            <a:r>
              <a:rPr lang="tr-TR" altLang="zh-CN" noProof="1" smtClean="0"/>
              <a:t>Beşinci düzey</a:t>
            </a:r>
            <a:endParaRPr lang="zh-CN" altLang="en-US" noProof="1" smtClean="0"/>
          </a:p>
        </p:txBody>
      </p:sp>
      <p:sp>
        <p:nvSpPr>
          <p:cNvPr id="4" name="Tarih Yer Tutucusu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 </a:t>
            </a: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Alt Bilgi Yer Tutucu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 </a:t>
            </a: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ayt Numarası Yer Tutucu 5"/>
          <p:cNvSpPr>
            <a:spLocks noGrp="1"/>
          </p:cNvSpPr>
          <p:nvPr>
            <p:ph type="sldNum" sz="quarter" idx="12"/>
          </p:nvPr>
        </p:nvSpPr>
        <p:spPr/>
        <p:txBody>
          <a:bodyPr/>
          <a:p>
            <a:pPr lvl="0" eaLnBrk="1" hangingPunct="1">
              <a:buNone/>
            </a:pPr>
            <a:fld id="{9A0DB2DC-4C9A-4742-B13C-FB6460FD3503}" type="slidenum">
              <a:rPr lang="zh-CN" altLang="en-US" dirty="0">
                <a:latin typeface="Calibri" panose="020F0502020204030204" pitchFamily="34" charset="0"/>
              </a:rPr>
            </a:fld>
            <a:endParaRPr lang="zh-CN" altLang="en-US" dirty="0">
              <a:latin typeface="Calibri" panose="020F050202020403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solidFill>
                  <a:schemeClr val="bg1"/>
                </a:solidFill>
              </a:defRPr>
            </a:lvl1pPr>
          </a:lstStyle>
          <a:p>
            <a:r>
              <a:rPr lang="zh-CN" altLang="en-US" noProof="1" smtClean="0"/>
              <a:t>Click to edit Master title style</a:t>
            </a:r>
            <a:endParaRPr lang="zh-CN" altLang="en-US" noProof="1" smtClean="0"/>
          </a:p>
        </p:txBody>
      </p:sp>
      <p:sp>
        <p:nvSpPr>
          <p:cNvPr id="3" name="内容占位符 2"/>
          <p:cNvSpPr>
            <a:spLocks noGrp="1"/>
          </p:cNvSpPr>
          <p:nvPr>
            <p:ph idx="1" hasCustomPrompt="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tr-TR" altLang="zh-CN" noProof="1" smtClean="0"/>
              <a:t>Asıl metin stillerini düzenle</a:t>
            </a:r>
            <a:endParaRPr lang="tr-TR" altLang="zh-CN" noProof="1" smtClean="0"/>
          </a:p>
          <a:p>
            <a:pPr lvl="1"/>
            <a:r>
              <a:rPr lang="tr-TR" altLang="zh-CN" noProof="1" smtClean="0"/>
              <a:t>İkinci düzey</a:t>
            </a:r>
            <a:endParaRPr lang="tr-TR" altLang="zh-CN" noProof="1" smtClean="0"/>
          </a:p>
          <a:p>
            <a:pPr lvl="2"/>
            <a:r>
              <a:rPr lang="tr-TR" altLang="zh-CN" noProof="1" smtClean="0"/>
              <a:t>Üçüncü düzey</a:t>
            </a:r>
            <a:endParaRPr lang="tr-TR" altLang="zh-CN" noProof="1" smtClean="0"/>
          </a:p>
          <a:p>
            <a:pPr lvl="3"/>
            <a:r>
              <a:rPr lang="tr-TR" altLang="zh-CN" noProof="1" smtClean="0"/>
              <a:t>Dördüncü düzey</a:t>
            </a:r>
            <a:endParaRPr lang="tr-TR" altLang="zh-CN" noProof="1" smtClean="0"/>
          </a:p>
          <a:p>
            <a:pPr lvl="4"/>
            <a:r>
              <a:rPr lang="tr-TR" altLang="zh-CN" noProof="1" smtClean="0"/>
              <a:t>Beşinci düzey</a:t>
            </a:r>
            <a:endParaRPr lang="zh-CN" altLang="en-US" noProof="1" smtClean="0"/>
          </a:p>
        </p:txBody>
      </p:sp>
      <p:sp>
        <p:nvSpPr>
          <p:cNvPr id="4" name="Tarih Yer Tutucusu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 </a:t>
            </a: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Alt Bilgi Yer Tutucu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 </a:t>
            </a: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ayt Numarası Yer Tutucu 5"/>
          <p:cNvSpPr>
            <a:spLocks noGrp="1"/>
          </p:cNvSpPr>
          <p:nvPr>
            <p:ph type="sldNum" sz="quarter" idx="12"/>
          </p:nvPr>
        </p:nvSpPr>
        <p:spPr/>
        <p:txBody>
          <a:bodyPr/>
          <a:p>
            <a:pPr lvl="0" eaLnBrk="1" hangingPunct="1">
              <a:buNone/>
            </a:pPr>
            <a:fld id="{9A0DB2DC-4C9A-4742-B13C-FB6460FD3503}" type="slidenum">
              <a:rPr lang="zh-CN" altLang="en-US" dirty="0">
                <a:latin typeface="Calibri" panose="020F0502020204030204" pitchFamily="34" charset="0"/>
              </a:rPr>
            </a:fld>
            <a:endParaRPr lang="zh-CN" altLang="en-US" dirty="0">
              <a:latin typeface="Calibri" panose="020F050202020403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solidFill>
                  <a:schemeClr val="bg1"/>
                </a:solidFill>
              </a:defRPr>
            </a:lvl1pPr>
          </a:lstStyle>
          <a:p>
            <a:r>
              <a:rPr lang="zh-CN" altLang="en-US" noProof="1" smtClean="0"/>
              <a:t>Click to edit Master title style</a:t>
            </a:r>
            <a:endParaRPr lang="zh-CN" altLang="en-US" noProof="1" smtClean="0"/>
          </a:p>
        </p:txBody>
      </p:sp>
      <p:sp>
        <p:nvSpPr>
          <p:cNvPr id="3" name="内容占位符 2"/>
          <p:cNvSpPr>
            <a:spLocks noGrp="1"/>
          </p:cNvSpPr>
          <p:nvPr>
            <p:ph idx="1" hasCustomPrompt="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tr-TR" altLang="zh-CN" noProof="1" smtClean="0"/>
              <a:t>Asıl metin stillerini düzenle</a:t>
            </a:r>
            <a:endParaRPr lang="tr-TR" altLang="zh-CN" noProof="1" smtClean="0"/>
          </a:p>
          <a:p>
            <a:pPr lvl="1"/>
            <a:r>
              <a:rPr lang="tr-TR" altLang="zh-CN" noProof="1" smtClean="0"/>
              <a:t>İkinci düzey</a:t>
            </a:r>
            <a:endParaRPr lang="tr-TR" altLang="zh-CN" noProof="1" smtClean="0"/>
          </a:p>
          <a:p>
            <a:pPr lvl="2"/>
            <a:r>
              <a:rPr lang="tr-TR" altLang="zh-CN" noProof="1" smtClean="0"/>
              <a:t>Üçüncü düzey</a:t>
            </a:r>
            <a:endParaRPr lang="tr-TR" altLang="zh-CN" noProof="1" smtClean="0"/>
          </a:p>
          <a:p>
            <a:pPr lvl="3"/>
            <a:r>
              <a:rPr lang="tr-TR" altLang="zh-CN" noProof="1" smtClean="0"/>
              <a:t>Dördüncü düzey</a:t>
            </a:r>
            <a:endParaRPr lang="tr-TR" altLang="zh-CN" noProof="1" smtClean="0"/>
          </a:p>
          <a:p>
            <a:pPr lvl="4"/>
            <a:r>
              <a:rPr lang="tr-TR" altLang="zh-CN" noProof="1" smtClean="0"/>
              <a:t>Beşinci düzey</a:t>
            </a:r>
            <a:endParaRPr lang="zh-CN" altLang="en-US" noProof="1" smtClean="0"/>
          </a:p>
        </p:txBody>
      </p:sp>
      <p:sp>
        <p:nvSpPr>
          <p:cNvPr id="4" name="Tarih Yer Tutucusu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 </a:t>
            </a: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Alt Bilgi Yer Tutucu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 </a:t>
            </a: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ayt Numarası Yer Tutucu 5"/>
          <p:cNvSpPr>
            <a:spLocks noGrp="1"/>
          </p:cNvSpPr>
          <p:nvPr>
            <p:ph type="sldNum" sz="quarter" idx="12"/>
          </p:nvPr>
        </p:nvSpPr>
        <p:spPr/>
        <p:txBody>
          <a:bodyPr/>
          <a:p>
            <a:pPr lvl="0" eaLnBrk="1" hangingPunct="1">
              <a:buNone/>
            </a:pPr>
            <a:fld id="{9A0DB2DC-4C9A-4742-B13C-FB6460FD3503}" type="slidenum">
              <a:rPr lang="zh-CN" altLang="en-US" dirty="0">
                <a:latin typeface="Calibri" panose="020F0502020204030204" pitchFamily="34" charset="0"/>
              </a:rPr>
            </a:fld>
            <a:endParaRPr lang="zh-CN" altLang="en-US" dirty="0">
              <a:latin typeface="Calibri" panose="020F050202020403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标题占位符 1"/>
          <p:cNvSpPr>
            <a:spLocks noGrp="1"/>
          </p:cNvSpPr>
          <p:nvPr>
            <p:ph type="title"/>
          </p:nvPr>
        </p:nvSpPr>
        <p:spPr>
          <a:xfrm>
            <a:off x="838200" y="365125"/>
            <a:ext cx="10515600" cy="1325563"/>
          </a:xfrm>
          <a:prstGeom prst="rect">
            <a:avLst/>
          </a:prstGeom>
          <a:noFill/>
          <a:ln w="9525">
            <a:noFill/>
          </a:ln>
        </p:spPr>
        <p:txBody>
          <a:bodyPr anchor="ctr" anchorCtr="0"/>
          <a:p>
            <a:pPr lvl="0"/>
            <a:r>
              <a:rPr lang="zh-CN" altLang="en-US" dirty="0"/>
              <a:t>Click to edit Master title style</a:t>
            </a:r>
            <a:endParaRPr lang="zh-CN" altLang="en-US" dirty="0"/>
          </a:p>
        </p:txBody>
      </p:sp>
      <p:sp>
        <p:nvSpPr>
          <p:cNvPr id="1027" name="文本占位符 2"/>
          <p:cNvSpPr>
            <a:spLocks noGrp="1"/>
          </p:cNvSpPr>
          <p:nvPr>
            <p:ph type="body"/>
          </p:nvPr>
        </p:nvSpPr>
        <p:spPr>
          <a:xfrm>
            <a:off x="838200" y="1825625"/>
            <a:ext cx="10515600" cy="4351338"/>
          </a:xfrm>
          <a:prstGeom prst="rect">
            <a:avLst/>
          </a:prstGeom>
          <a:noFill/>
          <a:ln w="9525">
            <a:noFill/>
          </a:ln>
        </p:spPr>
        <p:txBody>
          <a:bodyPr/>
          <a:p>
            <a:pPr lvl="0"/>
            <a:r>
              <a:rPr lang="zh-CN" altLang="en-US" dirty="0"/>
              <a:t>Click to edit Master </a:t>
            </a:r>
            <a:r>
              <a:rPr lang="zh-CN" altLang="zh-CN" dirty="0"/>
              <a:t>text</a:t>
            </a:r>
            <a:r>
              <a:rPr lang="zh-CN" altLang="en-US" dirty="0"/>
              <a:t> style</a:t>
            </a:r>
            <a:endParaRPr lang="zh-CN" altLang="en-US" dirty="0"/>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 </a:t>
            </a: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 </a:t>
            </a: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rgbClr val="898989"/>
                </a:solidFill>
              </a:defRPr>
            </a:lvl1pPr>
          </a:lstStyle>
          <a:p>
            <a:pPr lvl="0" eaLnBrk="1" hangingPunct="1">
              <a:buNone/>
            </a:pPr>
            <a:fld id="{9A0DB2DC-4C9A-4742-B13C-FB6460FD3503}" type="slidenum">
              <a:rPr lang="zh-CN" altLang="en-US" dirty="0">
                <a:latin typeface="Calibri" panose="020F0502020204030204" pitchFamily="34" charset="0"/>
              </a:rPr>
            </a:fld>
            <a:endParaRPr lang="zh-CN" altLang="en-US" dirty="0">
              <a:latin typeface="Calibri" panose="020F050202020403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SimSun" panose="02010600030101010101" pitchFamily="2" charset="-122"/>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标题占位符 1"/>
          <p:cNvSpPr>
            <a:spLocks noGrp="1"/>
          </p:cNvSpPr>
          <p:nvPr>
            <p:ph type="title"/>
          </p:nvPr>
        </p:nvSpPr>
        <p:spPr>
          <a:xfrm>
            <a:off x="838200" y="365125"/>
            <a:ext cx="10515600" cy="1325563"/>
          </a:xfrm>
          <a:prstGeom prst="rect">
            <a:avLst/>
          </a:prstGeom>
          <a:noFill/>
          <a:ln w="9525">
            <a:noFill/>
          </a:ln>
        </p:spPr>
        <p:txBody>
          <a:bodyPr anchor="ctr" anchorCtr="0"/>
          <a:p>
            <a:pPr lvl="0"/>
            <a:r>
              <a:rPr lang="zh-CN" altLang="en-US" dirty="0"/>
              <a:t>Click to edit Master title style</a:t>
            </a:r>
            <a:endParaRPr lang="zh-CN" altLang="en-US" dirty="0"/>
          </a:p>
        </p:txBody>
      </p:sp>
      <p:sp>
        <p:nvSpPr>
          <p:cNvPr id="2051" name="文本占位符 2"/>
          <p:cNvSpPr>
            <a:spLocks noGrp="1"/>
          </p:cNvSpPr>
          <p:nvPr>
            <p:ph type="body"/>
          </p:nvPr>
        </p:nvSpPr>
        <p:spPr>
          <a:xfrm>
            <a:off x="838200" y="1825625"/>
            <a:ext cx="10515600" cy="4351338"/>
          </a:xfrm>
          <a:prstGeom prst="rect">
            <a:avLst/>
          </a:prstGeom>
          <a:noFill/>
          <a:ln w="9525">
            <a:noFill/>
          </a:ln>
        </p:spPr>
        <p:txBody>
          <a:bodyPr/>
          <a:p>
            <a:pPr lvl="0"/>
            <a:r>
              <a:rPr lang="zh-CN" altLang="en-US" dirty="0"/>
              <a:t>Click to edit Master </a:t>
            </a:r>
            <a:r>
              <a:rPr lang="zh-CN" altLang="zh-CN" dirty="0"/>
              <a:t>text</a:t>
            </a:r>
            <a:r>
              <a:rPr lang="zh-CN" altLang="en-US" dirty="0"/>
              <a:t> style</a:t>
            </a:r>
            <a:endParaRPr lang="zh-CN" altLang="en-US" dirty="0"/>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 </a:t>
            </a: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 </a:t>
            </a: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rgbClr val="898989"/>
                </a:solidFill>
              </a:defRPr>
            </a:lvl1pPr>
          </a:lstStyle>
          <a:p>
            <a:pPr lvl="0" eaLnBrk="1" hangingPunct="1">
              <a:buNone/>
            </a:pPr>
            <a:fld id="{9A0DB2DC-4C9A-4742-B13C-FB6460FD3503}" type="slidenum">
              <a:rPr lang="zh-CN" altLang="en-US" dirty="0">
                <a:latin typeface="Calibri" panose="020F0502020204030204" pitchFamily="34" charset="0"/>
              </a:rPr>
            </a:fld>
            <a:endParaRPr lang="zh-CN" altLang="en-US" dirty="0">
              <a:latin typeface="Calibri" panose="020F0502020204030204" pitchFamily="34" charset="0"/>
            </a:endParaRPr>
          </a:p>
        </p:txBody>
      </p:sp>
    </p:spTree>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l" rtl="0" eaLnBrk="0" fontAlgn="base" hangingPunct="0">
        <a:lnSpc>
          <a:spcPct val="90000"/>
        </a:lnSpc>
        <a:spcBef>
          <a:spcPct val="0"/>
        </a:spcBef>
        <a:spcAft>
          <a:spcPct val="0"/>
        </a:spcAft>
        <a:defRPr sz="4400" kern="1200">
          <a:solidFill>
            <a:srgbClr val="000000"/>
          </a:solidFill>
          <a:latin typeface="SimSun" panose="02010600030101010101" pitchFamily="2" charset="-122"/>
          <a:ea typeface="SimSun" panose="02010600030101010101" pitchFamily="2" charset="-122"/>
          <a:cs typeface="+mj-cs"/>
        </a:defRPr>
      </a:lvl1pPr>
      <a:lvl2pPr algn="l" rtl="0" eaLnBrk="0" fontAlgn="base" hangingPunct="0">
        <a:lnSpc>
          <a:spcPct val="90000"/>
        </a:lnSpc>
        <a:spcBef>
          <a:spcPct val="0"/>
        </a:spcBef>
        <a:spcAft>
          <a:spcPct val="0"/>
        </a:spcAft>
        <a:defRPr sz="4400">
          <a:solidFill>
            <a:srgbClr val="000000"/>
          </a:solidFill>
          <a:latin typeface="SimSun" panose="02010600030101010101" pitchFamily="2" charset="-122"/>
          <a:ea typeface="SimSun" panose="02010600030101010101" pitchFamily="2" charset="-122"/>
        </a:defRPr>
      </a:lvl2pPr>
      <a:lvl3pPr algn="l" rtl="0" eaLnBrk="0" fontAlgn="base" hangingPunct="0">
        <a:lnSpc>
          <a:spcPct val="90000"/>
        </a:lnSpc>
        <a:spcBef>
          <a:spcPct val="0"/>
        </a:spcBef>
        <a:spcAft>
          <a:spcPct val="0"/>
        </a:spcAft>
        <a:defRPr sz="4400">
          <a:solidFill>
            <a:srgbClr val="000000"/>
          </a:solidFill>
          <a:latin typeface="SimSun" panose="02010600030101010101" pitchFamily="2" charset="-122"/>
          <a:ea typeface="SimSun" panose="02010600030101010101" pitchFamily="2" charset="-122"/>
        </a:defRPr>
      </a:lvl3pPr>
      <a:lvl4pPr algn="l" rtl="0" eaLnBrk="0" fontAlgn="base" hangingPunct="0">
        <a:lnSpc>
          <a:spcPct val="90000"/>
        </a:lnSpc>
        <a:spcBef>
          <a:spcPct val="0"/>
        </a:spcBef>
        <a:spcAft>
          <a:spcPct val="0"/>
        </a:spcAft>
        <a:defRPr sz="4400">
          <a:solidFill>
            <a:srgbClr val="000000"/>
          </a:solidFill>
          <a:latin typeface="SimSun" panose="02010600030101010101" pitchFamily="2" charset="-122"/>
          <a:ea typeface="SimSun" panose="02010600030101010101" pitchFamily="2" charset="-122"/>
        </a:defRPr>
      </a:lvl4pPr>
      <a:lvl5pPr algn="l" rtl="0" eaLnBrk="0" fontAlgn="base" hangingPunct="0">
        <a:lnSpc>
          <a:spcPct val="90000"/>
        </a:lnSpc>
        <a:spcBef>
          <a:spcPct val="0"/>
        </a:spcBef>
        <a:spcAft>
          <a:spcPct val="0"/>
        </a:spcAft>
        <a:defRPr sz="4400">
          <a:solidFill>
            <a:srgbClr val="000000"/>
          </a:solidFill>
          <a:latin typeface="SimSun" panose="02010600030101010101" pitchFamily="2" charset="-122"/>
          <a:ea typeface="SimSun"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标题占位符 1"/>
          <p:cNvSpPr>
            <a:spLocks noGrp="1"/>
          </p:cNvSpPr>
          <p:nvPr>
            <p:ph type="title"/>
          </p:nvPr>
        </p:nvSpPr>
        <p:spPr>
          <a:xfrm>
            <a:off x="838200" y="365125"/>
            <a:ext cx="10515600" cy="1325563"/>
          </a:xfrm>
          <a:prstGeom prst="rect">
            <a:avLst/>
          </a:prstGeom>
          <a:noFill/>
          <a:ln w="9525">
            <a:noFill/>
          </a:ln>
        </p:spPr>
        <p:txBody>
          <a:bodyPr anchor="ctr" anchorCtr="0"/>
          <a:p>
            <a:pPr lvl="0"/>
            <a:r>
              <a:rPr lang="zh-CN" altLang="en-US" dirty="0"/>
              <a:t>Click to edit Master title style</a:t>
            </a:r>
            <a:endParaRPr lang="zh-CN" altLang="en-US" dirty="0"/>
          </a:p>
        </p:txBody>
      </p:sp>
      <p:sp>
        <p:nvSpPr>
          <p:cNvPr id="3075" name="文本占位符 2"/>
          <p:cNvSpPr>
            <a:spLocks noGrp="1"/>
          </p:cNvSpPr>
          <p:nvPr>
            <p:ph type="body"/>
          </p:nvPr>
        </p:nvSpPr>
        <p:spPr>
          <a:xfrm>
            <a:off x="838200" y="1825625"/>
            <a:ext cx="10515600" cy="4351338"/>
          </a:xfrm>
          <a:prstGeom prst="rect">
            <a:avLst/>
          </a:prstGeom>
          <a:noFill/>
          <a:ln w="9525">
            <a:noFill/>
          </a:ln>
        </p:spPr>
        <p:txBody>
          <a:bodyPr/>
          <a:p>
            <a:pPr lvl="0"/>
            <a:r>
              <a:rPr lang="zh-CN" altLang="en-US" dirty="0"/>
              <a:t>Click to edit Master </a:t>
            </a:r>
            <a:r>
              <a:rPr lang="zh-CN" altLang="zh-CN" dirty="0"/>
              <a:t>text</a:t>
            </a:r>
            <a:r>
              <a:rPr lang="zh-CN" altLang="en-US" dirty="0"/>
              <a:t> style</a:t>
            </a:r>
            <a:endParaRPr lang="zh-CN" altLang="en-US" dirty="0"/>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 </a:t>
            </a: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 </a:t>
            </a: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rgbClr val="898989"/>
                </a:solidFill>
              </a:defRPr>
            </a:lvl1pPr>
          </a:lstStyle>
          <a:p>
            <a:pPr lvl="0" eaLnBrk="1" hangingPunct="1">
              <a:buNone/>
            </a:pPr>
            <a:fld id="{9A0DB2DC-4C9A-4742-B13C-FB6460FD3503}" type="slidenum">
              <a:rPr lang="zh-CN" altLang="en-US" dirty="0">
                <a:latin typeface="Calibri" panose="020F0502020204030204" pitchFamily="34" charset="0"/>
              </a:rPr>
            </a:fld>
            <a:endParaRPr lang="zh-CN" altLang="en-US" dirty="0">
              <a:latin typeface="Calibri" panose="020F0502020204030204" pitchFamily="34" charset="0"/>
            </a:endParaRPr>
          </a:p>
        </p:txBody>
      </p:sp>
    </p:spTree>
  </p:cSld>
  <p:clrMap bg1="lt1" tx1="dk1" bg2="lt2" tx2="dk2" accent1="accent1" accent2="accent2" accent3="accent3" accent4="accent4" accent5="accent5" accent6="accent6" hlink="hlink" folHlink="folHlink"/>
  <p:sldLayoutIdLst>
    <p:sldLayoutId id="2147483653" r:id="rId1"/>
  </p:sldLayoutIdLst>
  <p:hf sldNum="0" hdr="0" ftr="0" dt="0"/>
  <p:txStyles>
    <p:titleStyle>
      <a:lvl1pPr algn="l" rtl="0" eaLnBrk="0" fontAlgn="base" hangingPunct="0">
        <a:lnSpc>
          <a:spcPct val="90000"/>
        </a:lnSpc>
        <a:spcBef>
          <a:spcPct val="0"/>
        </a:spcBef>
        <a:spcAft>
          <a:spcPct val="0"/>
        </a:spcAft>
        <a:defRPr sz="4400" kern="1200">
          <a:solidFill>
            <a:srgbClr val="000000"/>
          </a:solidFill>
          <a:latin typeface="SimSun" panose="02010600030101010101" pitchFamily="2" charset="-122"/>
          <a:ea typeface="SimSun" panose="02010600030101010101" pitchFamily="2" charset="-122"/>
          <a:cs typeface="+mj-cs"/>
        </a:defRPr>
      </a:lvl1pPr>
      <a:lvl2pPr algn="l" rtl="0" eaLnBrk="0" fontAlgn="base" hangingPunct="0">
        <a:lnSpc>
          <a:spcPct val="90000"/>
        </a:lnSpc>
        <a:spcBef>
          <a:spcPct val="0"/>
        </a:spcBef>
        <a:spcAft>
          <a:spcPct val="0"/>
        </a:spcAft>
        <a:defRPr sz="4400">
          <a:solidFill>
            <a:srgbClr val="000000"/>
          </a:solidFill>
          <a:latin typeface="SimSun" panose="02010600030101010101" pitchFamily="2" charset="-122"/>
          <a:ea typeface="SimSun" panose="02010600030101010101" pitchFamily="2" charset="-122"/>
        </a:defRPr>
      </a:lvl2pPr>
      <a:lvl3pPr algn="l" rtl="0" eaLnBrk="0" fontAlgn="base" hangingPunct="0">
        <a:lnSpc>
          <a:spcPct val="90000"/>
        </a:lnSpc>
        <a:spcBef>
          <a:spcPct val="0"/>
        </a:spcBef>
        <a:spcAft>
          <a:spcPct val="0"/>
        </a:spcAft>
        <a:defRPr sz="4400">
          <a:solidFill>
            <a:srgbClr val="000000"/>
          </a:solidFill>
          <a:latin typeface="SimSun" panose="02010600030101010101" pitchFamily="2" charset="-122"/>
          <a:ea typeface="SimSun" panose="02010600030101010101" pitchFamily="2" charset="-122"/>
        </a:defRPr>
      </a:lvl3pPr>
      <a:lvl4pPr algn="l" rtl="0" eaLnBrk="0" fontAlgn="base" hangingPunct="0">
        <a:lnSpc>
          <a:spcPct val="90000"/>
        </a:lnSpc>
        <a:spcBef>
          <a:spcPct val="0"/>
        </a:spcBef>
        <a:spcAft>
          <a:spcPct val="0"/>
        </a:spcAft>
        <a:defRPr sz="4400">
          <a:solidFill>
            <a:srgbClr val="000000"/>
          </a:solidFill>
          <a:latin typeface="SimSun" panose="02010600030101010101" pitchFamily="2" charset="-122"/>
          <a:ea typeface="SimSun" panose="02010600030101010101" pitchFamily="2" charset="-122"/>
        </a:defRPr>
      </a:lvl4pPr>
      <a:lvl5pPr algn="l" rtl="0" eaLnBrk="0" fontAlgn="base" hangingPunct="0">
        <a:lnSpc>
          <a:spcPct val="90000"/>
        </a:lnSpc>
        <a:spcBef>
          <a:spcPct val="0"/>
        </a:spcBef>
        <a:spcAft>
          <a:spcPct val="0"/>
        </a:spcAft>
        <a:defRPr sz="4400">
          <a:solidFill>
            <a:srgbClr val="000000"/>
          </a:solidFill>
          <a:latin typeface="SimSun" panose="02010600030101010101" pitchFamily="2" charset="-122"/>
          <a:ea typeface="SimSun"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098" name="标题占位符 1"/>
          <p:cNvSpPr>
            <a:spLocks noGrp="1"/>
          </p:cNvSpPr>
          <p:nvPr>
            <p:ph type="title"/>
          </p:nvPr>
        </p:nvSpPr>
        <p:spPr>
          <a:xfrm>
            <a:off x="838200" y="365125"/>
            <a:ext cx="10515600" cy="1325563"/>
          </a:xfrm>
          <a:prstGeom prst="rect">
            <a:avLst/>
          </a:prstGeom>
          <a:noFill/>
          <a:ln w="9525">
            <a:noFill/>
          </a:ln>
        </p:spPr>
        <p:txBody>
          <a:bodyPr anchor="ctr" anchorCtr="0"/>
          <a:p>
            <a:pPr lvl="0"/>
            <a:r>
              <a:rPr lang="zh-CN" altLang="en-US" dirty="0"/>
              <a:t>Click to edit Master title style</a:t>
            </a:r>
            <a:endParaRPr lang="zh-CN" altLang="en-US" dirty="0"/>
          </a:p>
        </p:txBody>
      </p:sp>
      <p:sp>
        <p:nvSpPr>
          <p:cNvPr id="4099" name="文本占位符 2"/>
          <p:cNvSpPr>
            <a:spLocks noGrp="1"/>
          </p:cNvSpPr>
          <p:nvPr>
            <p:ph type="body"/>
          </p:nvPr>
        </p:nvSpPr>
        <p:spPr>
          <a:xfrm>
            <a:off x="838200" y="1825625"/>
            <a:ext cx="10515600" cy="4351338"/>
          </a:xfrm>
          <a:prstGeom prst="rect">
            <a:avLst/>
          </a:prstGeom>
          <a:noFill/>
          <a:ln w="9525">
            <a:noFill/>
          </a:ln>
        </p:spPr>
        <p:txBody>
          <a:bodyPr/>
          <a:p>
            <a:pPr lvl="0"/>
            <a:r>
              <a:rPr lang="zh-CN" altLang="en-US" dirty="0"/>
              <a:t>Click to edit Master </a:t>
            </a:r>
            <a:r>
              <a:rPr lang="zh-CN" altLang="zh-CN" dirty="0"/>
              <a:t>text</a:t>
            </a:r>
            <a:r>
              <a:rPr lang="zh-CN" altLang="en-US" dirty="0"/>
              <a:t> style</a:t>
            </a:r>
            <a:endParaRPr lang="zh-CN" altLang="en-US" dirty="0"/>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 </a:t>
            </a: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 </a:t>
            </a: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rgbClr val="898989"/>
                </a:solidFill>
              </a:defRPr>
            </a:lvl1pPr>
          </a:lstStyle>
          <a:p>
            <a:pPr lvl="0" eaLnBrk="1" hangingPunct="1">
              <a:buNone/>
            </a:pPr>
            <a:fld id="{9A0DB2DC-4C9A-4742-B13C-FB6460FD3503}" type="slidenum">
              <a:rPr lang="zh-CN" altLang="en-US" dirty="0">
                <a:latin typeface="Calibri" panose="020F0502020204030204" pitchFamily="34" charset="0"/>
              </a:rPr>
            </a:fld>
            <a:endParaRPr lang="zh-CN" altLang="en-US" dirty="0">
              <a:latin typeface="Calibri" panose="020F0502020204030204" pitchFamily="34" charset="0"/>
            </a:endParaRPr>
          </a:p>
        </p:txBody>
      </p:sp>
    </p:spTree>
  </p:cSld>
  <p:clrMap bg1="lt1" tx1="dk1" bg2="lt2" tx2="dk2" accent1="accent1" accent2="accent2" accent3="accent3" accent4="accent4" accent5="accent5" accent6="accent6" hlink="hlink" folHlink="folHlink"/>
  <p:sldLayoutIdLst>
    <p:sldLayoutId id="2147483655" r:id="rId1"/>
  </p:sldLayoutIdLst>
  <p:hf sldNum="0" hdr="0" ftr="0" dt="0"/>
  <p:txStyles>
    <p:titleStyle>
      <a:lvl1pPr algn="l" rtl="0" eaLnBrk="0" fontAlgn="base" hangingPunct="0">
        <a:lnSpc>
          <a:spcPct val="90000"/>
        </a:lnSpc>
        <a:spcBef>
          <a:spcPct val="0"/>
        </a:spcBef>
        <a:spcAft>
          <a:spcPct val="0"/>
        </a:spcAft>
        <a:defRPr sz="4400" kern="1200">
          <a:solidFill>
            <a:srgbClr val="000000"/>
          </a:solidFill>
          <a:latin typeface="SimSun" panose="02010600030101010101" pitchFamily="2" charset="-122"/>
          <a:ea typeface="SimSun" panose="02010600030101010101" pitchFamily="2" charset="-122"/>
          <a:cs typeface="+mj-cs"/>
        </a:defRPr>
      </a:lvl1pPr>
      <a:lvl2pPr algn="l" rtl="0" eaLnBrk="0" fontAlgn="base" hangingPunct="0">
        <a:lnSpc>
          <a:spcPct val="90000"/>
        </a:lnSpc>
        <a:spcBef>
          <a:spcPct val="0"/>
        </a:spcBef>
        <a:spcAft>
          <a:spcPct val="0"/>
        </a:spcAft>
        <a:defRPr sz="4400">
          <a:solidFill>
            <a:srgbClr val="000000"/>
          </a:solidFill>
          <a:latin typeface="SimSun" panose="02010600030101010101" pitchFamily="2" charset="-122"/>
          <a:ea typeface="SimSun" panose="02010600030101010101" pitchFamily="2" charset="-122"/>
        </a:defRPr>
      </a:lvl2pPr>
      <a:lvl3pPr algn="l" rtl="0" eaLnBrk="0" fontAlgn="base" hangingPunct="0">
        <a:lnSpc>
          <a:spcPct val="90000"/>
        </a:lnSpc>
        <a:spcBef>
          <a:spcPct val="0"/>
        </a:spcBef>
        <a:spcAft>
          <a:spcPct val="0"/>
        </a:spcAft>
        <a:defRPr sz="4400">
          <a:solidFill>
            <a:srgbClr val="000000"/>
          </a:solidFill>
          <a:latin typeface="SimSun" panose="02010600030101010101" pitchFamily="2" charset="-122"/>
          <a:ea typeface="SimSun" panose="02010600030101010101" pitchFamily="2" charset="-122"/>
        </a:defRPr>
      </a:lvl3pPr>
      <a:lvl4pPr algn="l" rtl="0" eaLnBrk="0" fontAlgn="base" hangingPunct="0">
        <a:lnSpc>
          <a:spcPct val="90000"/>
        </a:lnSpc>
        <a:spcBef>
          <a:spcPct val="0"/>
        </a:spcBef>
        <a:spcAft>
          <a:spcPct val="0"/>
        </a:spcAft>
        <a:defRPr sz="4400">
          <a:solidFill>
            <a:srgbClr val="000000"/>
          </a:solidFill>
          <a:latin typeface="SimSun" panose="02010600030101010101" pitchFamily="2" charset="-122"/>
          <a:ea typeface="SimSun" panose="02010600030101010101" pitchFamily="2" charset="-122"/>
        </a:defRPr>
      </a:lvl4pPr>
      <a:lvl5pPr algn="l" rtl="0" eaLnBrk="0" fontAlgn="base" hangingPunct="0">
        <a:lnSpc>
          <a:spcPct val="90000"/>
        </a:lnSpc>
        <a:spcBef>
          <a:spcPct val="0"/>
        </a:spcBef>
        <a:spcAft>
          <a:spcPct val="0"/>
        </a:spcAft>
        <a:defRPr sz="4400">
          <a:solidFill>
            <a:srgbClr val="000000"/>
          </a:solidFill>
          <a:latin typeface="SimSun" panose="02010600030101010101" pitchFamily="2" charset="-122"/>
          <a:ea typeface="SimSun"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098" name="标题占位符 1"/>
          <p:cNvSpPr>
            <a:spLocks noGrp="1"/>
          </p:cNvSpPr>
          <p:nvPr>
            <p:ph type="title"/>
          </p:nvPr>
        </p:nvSpPr>
        <p:spPr>
          <a:xfrm>
            <a:off x="838200" y="365125"/>
            <a:ext cx="10515600" cy="1325563"/>
          </a:xfrm>
          <a:prstGeom prst="rect">
            <a:avLst/>
          </a:prstGeom>
          <a:noFill/>
          <a:ln w="9525">
            <a:noFill/>
          </a:ln>
        </p:spPr>
        <p:txBody>
          <a:bodyPr anchor="ctr" anchorCtr="0"/>
          <a:p>
            <a:pPr lvl="0"/>
            <a:r>
              <a:rPr lang="zh-CN" altLang="en-US" dirty="0"/>
              <a:t>Click to edit Master title style</a:t>
            </a:r>
            <a:endParaRPr lang="zh-CN" altLang="en-US" dirty="0"/>
          </a:p>
        </p:txBody>
      </p:sp>
      <p:sp>
        <p:nvSpPr>
          <p:cNvPr id="4099" name="文本占位符 2"/>
          <p:cNvSpPr>
            <a:spLocks noGrp="1"/>
          </p:cNvSpPr>
          <p:nvPr>
            <p:ph type="body"/>
          </p:nvPr>
        </p:nvSpPr>
        <p:spPr>
          <a:xfrm>
            <a:off x="838200" y="1825625"/>
            <a:ext cx="10515600" cy="4351338"/>
          </a:xfrm>
          <a:prstGeom prst="rect">
            <a:avLst/>
          </a:prstGeom>
          <a:noFill/>
          <a:ln w="9525">
            <a:noFill/>
          </a:ln>
        </p:spPr>
        <p:txBody>
          <a:bodyPr/>
          <a:p>
            <a:pPr lvl="0"/>
            <a:r>
              <a:rPr lang="zh-CN" altLang="en-US" dirty="0"/>
              <a:t>Click to edit Master </a:t>
            </a:r>
            <a:r>
              <a:rPr lang="zh-CN" altLang="zh-CN" dirty="0"/>
              <a:t>text</a:t>
            </a:r>
            <a:r>
              <a:rPr lang="zh-CN" altLang="en-US" dirty="0"/>
              <a:t> style</a:t>
            </a:r>
            <a:endParaRPr lang="zh-CN" altLang="en-US" dirty="0"/>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 </a:t>
            </a: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 </a:t>
            </a: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rgbClr val="898989"/>
                </a:solidFill>
              </a:defRPr>
            </a:lvl1pPr>
          </a:lstStyle>
          <a:p>
            <a:pPr lvl="0" eaLnBrk="1" hangingPunct="1">
              <a:buNone/>
            </a:pPr>
            <a:fld id="{9A0DB2DC-4C9A-4742-B13C-FB6460FD3503}" type="slidenum">
              <a:rPr lang="zh-CN" altLang="en-US" dirty="0">
                <a:latin typeface="Calibri" panose="020F0502020204030204" pitchFamily="34" charset="0"/>
              </a:rPr>
            </a:fld>
            <a:endParaRPr lang="zh-CN" altLang="en-US" dirty="0">
              <a:latin typeface="Calibri" panose="020F0502020204030204" pitchFamily="34" charset="0"/>
            </a:endParaRPr>
          </a:p>
        </p:txBody>
      </p:sp>
    </p:spTree>
  </p:cSld>
  <p:clrMap bg1="lt1" tx1="dk1" bg2="lt2" tx2="dk2" accent1="accent1" accent2="accent2" accent3="accent3" accent4="accent4" accent5="accent5" accent6="accent6" hlink="hlink" folHlink="folHlink"/>
  <p:sldLayoutIdLst>
    <p:sldLayoutId id="2147483657" r:id="rId1"/>
  </p:sldLayoutIdLst>
  <p:hf sldNum="0" hdr="0" ftr="0" dt="0"/>
  <p:txStyles>
    <p:titleStyle>
      <a:lvl1pPr algn="l" rtl="0" eaLnBrk="0" fontAlgn="base" hangingPunct="0">
        <a:lnSpc>
          <a:spcPct val="90000"/>
        </a:lnSpc>
        <a:spcBef>
          <a:spcPct val="0"/>
        </a:spcBef>
        <a:spcAft>
          <a:spcPct val="0"/>
        </a:spcAft>
        <a:defRPr sz="4400" kern="1200">
          <a:solidFill>
            <a:srgbClr val="000000"/>
          </a:solidFill>
          <a:latin typeface="SimSun" panose="02010600030101010101" pitchFamily="2" charset="-122"/>
          <a:ea typeface="SimSun" panose="02010600030101010101" pitchFamily="2" charset="-122"/>
          <a:cs typeface="+mj-cs"/>
        </a:defRPr>
      </a:lvl1pPr>
      <a:lvl2pPr algn="l" rtl="0" eaLnBrk="0" fontAlgn="base" hangingPunct="0">
        <a:lnSpc>
          <a:spcPct val="90000"/>
        </a:lnSpc>
        <a:spcBef>
          <a:spcPct val="0"/>
        </a:spcBef>
        <a:spcAft>
          <a:spcPct val="0"/>
        </a:spcAft>
        <a:defRPr sz="4400">
          <a:solidFill>
            <a:srgbClr val="000000"/>
          </a:solidFill>
          <a:latin typeface="SimSun" panose="02010600030101010101" pitchFamily="2" charset="-122"/>
          <a:ea typeface="SimSun" panose="02010600030101010101" pitchFamily="2" charset="-122"/>
        </a:defRPr>
      </a:lvl2pPr>
      <a:lvl3pPr algn="l" rtl="0" eaLnBrk="0" fontAlgn="base" hangingPunct="0">
        <a:lnSpc>
          <a:spcPct val="90000"/>
        </a:lnSpc>
        <a:spcBef>
          <a:spcPct val="0"/>
        </a:spcBef>
        <a:spcAft>
          <a:spcPct val="0"/>
        </a:spcAft>
        <a:defRPr sz="4400">
          <a:solidFill>
            <a:srgbClr val="000000"/>
          </a:solidFill>
          <a:latin typeface="SimSun" panose="02010600030101010101" pitchFamily="2" charset="-122"/>
          <a:ea typeface="SimSun" panose="02010600030101010101" pitchFamily="2" charset="-122"/>
        </a:defRPr>
      </a:lvl3pPr>
      <a:lvl4pPr algn="l" rtl="0" eaLnBrk="0" fontAlgn="base" hangingPunct="0">
        <a:lnSpc>
          <a:spcPct val="90000"/>
        </a:lnSpc>
        <a:spcBef>
          <a:spcPct val="0"/>
        </a:spcBef>
        <a:spcAft>
          <a:spcPct val="0"/>
        </a:spcAft>
        <a:defRPr sz="4400">
          <a:solidFill>
            <a:srgbClr val="000000"/>
          </a:solidFill>
          <a:latin typeface="SimSun" panose="02010600030101010101" pitchFamily="2" charset="-122"/>
          <a:ea typeface="SimSun" panose="02010600030101010101" pitchFamily="2" charset="-122"/>
        </a:defRPr>
      </a:lvl4pPr>
      <a:lvl5pPr algn="l" rtl="0" eaLnBrk="0" fontAlgn="base" hangingPunct="0">
        <a:lnSpc>
          <a:spcPct val="90000"/>
        </a:lnSpc>
        <a:spcBef>
          <a:spcPct val="0"/>
        </a:spcBef>
        <a:spcAft>
          <a:spcPct val="0"/>
        </a:spcAft>
        <a:defRPr sz="4400">
          <a:solidFill>
            <a:srgbClr val="000000"/>
          </a:solidFill>
          <a:latin typeface="SimSun" panose="02010600030101010101" pitchFamily="2" charset="-122"/>
          <a:ea typeface="SimSun"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4.xml"/><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170" name="图片 8"/>
          <p:cNvPicPr>
            <a:picLocks noChangeAspect="1"/>
          </p:cNvPicPr>
          <p:nvPr/>
        </p:nvPicPr>
        <p:blipFill>
          <a:blip r:embed="rId1"/>
          <a:stretch>
            <a:fillRect/>
          </a:stretch>
        </p:blipFill>
        <p:spPr>
          <a:xfrm>
            <a:off x="0" y="0"/>
            <a:ext cx="12192000" cy="6858000"/>
          </a:xfrm>
          <a:prstGeom prst="rect">
            <a:avLst/>
          </a:prstGeom>
          <a:noFill/>
          <a:ln w="9525">
            <a:noFill/>
          </a:ln>
        </p:spPr>
      </p:pic>
      <p:sp>
        <p:nvSpPr>
          <p:cNvPr id="10" name="Freeform 5"/>
          <p:cNvSpPr>
            <a:spLocks noEditPoints="1"/>
          </p:cNvSpPr>
          <p:nvPr/>
        </p:nvSpPr>
        <p:spPr bwMode="auto">
          <a:xfrm>
            <a:off x="1446213" y="2070100"/>
            <a:ext cx="2719388" cy="2717800"/>
          </a:xfrm>
          <a:custGeom>
            <a:avLst/>
            <a:gdLst>
              <a:gd name="T0" fmla="*/ 741 w 1482"/>
              <a:gd name="T1" fmla="*/ 969 h 1482"/>
              <a:gd name="T2" fmla="*/ 513 w 1482"/>
              <a:gd name="T3" fmla="*/ 741 h 1482"/>
              <a:gd name="T4" fmla="*/ 741 w 1482"/>
              <a:gd name="T5" fmla="*/ 513 h 1482"/>
              <a:gd name="T6" fmla="*/ 969 w 1482"/>
              <a:gd name="T7" fmla="*/ 741 h 1482"/>
              <a:gd name="T8" fmla="*/ 741 w 1482"/>
              <a:gd name="T9" fmla="*/ 969 h 1482"/>
              <a:gd name="T10" fmla="*/ 617 w 1482"/>
              <a:gd name="T11" fmla="*/ 390 h 1482"/>
              <a:gd name="T12" fmla="*/ 484 w 1482"/>
              <a:gd name="T13" fmla="*/ 257 h 1482"/>
              <a:gd name="T14" fmla="*/ 0 w 1482"/>
              <a:gd name="T15" fmla="*/ 741 h 1482"/>
              <a:gd name="T16" fmla="*/ 741 w 1482"/>
              <a:gd name="T17" fmla="*/ 1482 h 1482"/>
              <a:gd name="T18" fmla="*/ 874 w 1482"/>
              <a:gd name="T19" fmla="*/ 1349 h 1482"/>
              <a:gd name="T20" fmla="*/ 266 w 1482"/>
              <a:gd name="T21" fmla="*/ 741 h 1482"/>
              <a:gd name="T22" fmla="*/ 617 w 1482"/>
              <a:gd name="T23" fmla="*/ 390 h 1482"/>
              <a:gd name="T24" fmla="*/ 864 w 1482"/>
              <a:gd name="T25" fmla="*/ 1093 h 1482"/>
              <a:gd name="T26" fmla="*/ 997 w 1482"/>
              <a:gd name="T27" fmla="*/ 1226 h 1482"/>
              <a:gd name="T28" fmla="*/ 1482 w 1482"/>
              <a:gd name="T29" fmla="*/ 741 h 1482"/>
              <a:gd name="T30" fmla="*/ 741 w 1482"/>
              <a:gd name="T31" fmla="*/ 0 h 1482"/>
              <a:gd name="T32" fmla="*/ 608 w 1482"/>
              <a:gd name="T33" fmla="*/ 133 h 1482"/>
              <a:gd name="T34" fmla="*/ 1216 w 1482"/>
              <a:gd name="T35" fmla="*/ 741 h 1482"/>
              <a:gd name="T36" fmla="*/ 864 w 1482"/>
              <a:gd name="T37" fmla="*/ 1093 h 1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82" h="1482">
                <a:moveTo>
                  <a:pt x="741" y="969"/>
                </a:moveTo>
                <a:lnTo>
                  <a:pt x="513" y="741"/>
                </a:lnTo>
                <a:lnTo>
                  <a:pt x="741" y="513"/>
                </a:lnTo>
                <a:lnTo>
                  <a:pt x="969" y="741"/>
                </a:lnTo>
                <a:lnTo>
                  <a:pt x="741" y="969"/>
                </a:lnTo>
                <a:close/>
                <a:moveTo>
                  <a:pt x="617" y="390"/>
                </a:moveTo>
                <a:lnTo>
                  <a:pt x="484" y="257"/>
                </a:lnTo>
                <a:lnTo>
                  <a:pt x="0" y="741"/>
                </a:lnTo>
                <a:lnTo>
                  <a:pt x="741" y="1482"/>
                </a:lnTo>
                <a:lnTo>
                  <a:pt x="874" y="1349"/>
                </a:lnTo>
                <a:lnTo>
                  <a:pt x="266" y="741"/>
                </a:lnTo>
                <a:lnTo>
                  <a:pt x="617" y="390"/>
                </a:lnTo>
                <a:close/>
                <a:moveTo>
                  <a:pt x="864" y="1093"/>
                </a:moveTo>
                <a:lnTo>
                  <a:pt x="997" y="1226"/>
                </a:lnTo>
                <a:lnTo>
                  <a:pt x="1482" y="741"/>
                </a:lnTo>
                <a:lnTo>
                  <a:pt x="741" y="0"/>
                </a:lnTo>
                <a:lnTo>
                  <a:pt x="608" y="133"/>
                </a:lnTo>
                <a:lnTo>
                  <a:pt x="1216" y="741"/>
                </a:lnTo>
                <a:lnTo>
                  <a:pt x="864" y="1093"/>
                </a:lnTo>
                <a:close/>
              </a:path>
            </a:pathLst>
          </a:cu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11" name="文本框 15"/>
          <p:cNvSpPr txBox="1">
            <a:spLocks noChangeArrowheads="1"/>
          </p:cNvSpPr>
          <p:nvPr/>
        </p:nvSpPr>
        <p:spPr bwMode="auto">
          <a:xfrm>
            <a:off x="3981450" y="2368550"/>
            <a:ext cx="8077200" cy="132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SimSun" panose="02010600030101010101" pitchFamily="2" charset="-122"/>
              </a:defRPr>
            </a:lvl1pPr>
            <a:lvl2pPr marL="742950" indent="-285750">
              <a:defRPr>
                <a:solidFill>
                  <a:schemeClr val="tx1"/>
                </a:solidFill>
                <a:latin typeface="Calibri" panose="020F0502020204030204" pitchFamily="34" charset="0"/>
                <a:ea typeface="SimSun" panose="02010600030101010101" pitchFamily="2" charset="-122"/>
              </a:defRPr>
            </a:lvl2pPr>
            <a:lvl3pPr marL="1143000" indent="-228600">
              <a:defRPr>
                <a:solidFill>
                  <a:schemeClr val="tx1"/>
                </a:solidFill>
                <a:latin typeface="Calibri" panose="020F0502020204030204" pitchFamily="34" charset="0"/>
                <a:ea typeface="SimSun" panose="02010600030101010101" pitchFamily="2" charset="-122"/>
              </a:defRPr>
            </a:lvl3pPr>
            <a:lvl4pPr marL="1600200" indent="-228600">
              <a:defRPr>
                <a:solidFill>
                  <a:schemeClr val="tx1"/>
                </a:solidFill>
                <a:latin typeface="Calibri" panose="020F0502020204030204" pitchFamily="34" charset="0"/>
                <a:ea typeface="SimSun" panose="02010600030101010101" pitchFamily="2" charset="-122"/>
              </a:defRPr>
            </a:lvl4pPr>
            <a:lvl5pPr marL="2057400" indent="-228600">
              <a:defRPr>
                <a:solidFill>
                  <a:schemeClr val="tx1"/>
                </a:solidFill>
                <a:latin typeface="Calibri" panose="020F0502020204030204" pitchFamily="34" charset="0"/>
                <a:ea typeface="SimSun"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SimSun"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SimSun"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SimSun"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SimSun"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tr-TR" altLang="en-US" sz="8000" b="1" i="0" u="none" strike="noStrike" kern="1200" cap="none" spc="0" normalizeH="0" baseline="0" noProof="0" dirty="0" smtClean="0">
                <a:ln>
                  <a:noFill/>
                </a:ln>
                <a:solidFill>
                  <a:schemeClr val="bg1"/>
                </a:solidFill>
                <a:effectLst>
                  <a:outerShdw blurRad="38100" dist="38100" dir="2700000" algn="tl">
                    <a:srgbClr val="000000">
                      <a:alpha val="43137"/>
                    </a:srgbClr>
                  </a:outerShdw>
                </a:effectLst>
                <a:uLnTx/>
                <a:uFillTx/>
                <a:latin typeface="Microsoft YaHei" panose="020B0503020204020204" pitchFamily="34" charset="-122"/>
                <a:ea typeface="Microsoft YaHei" panose="020B0503020204020204" pitchFamily="34" charset="-122"/>
                <a:cs typeface="+mn-cs"/>
                <a:sym typeface="+mn-ea"/>
              </a:rPr>
              <a:t>Bilişim Hukuku</a:t>
            </a:r>
            <a:endParaRPr kumimoji="0" lang="tr-TR" altLang="en-US" sz="8000" b="1" i="0" u="none" strike="noStrike" kern="1200" cap="none" spc="0" normalizeH="0" baseline="0" noProof="0" dirty="0" smtClean="0">
              <a:ln>
                <a:noFill/>
              </a:ln>
              <a:solidFill>
                <a:schemeClr val="bg1"/>
              </a:solidFill>
              <a:effectLst>
                <a:outerShdw blurRad="38100" dist="38100" dir="2700000" algn="tl">
                  <a:srgbClr val="000000">
                    <a:alpha val="43137"/>
                  </a:srgbClr>
                </a:outerShdw>
              </a:effectLst>
              <a:uLnTx/>
              <a:uFillTx/>
              <a:latin typeface="Microsoft YaHei" panose="020B0503020204020204" pitchFamily="34" charset="-122"/>
              <a:ea typeface="Microsoft YaHei" panose="020B0503020204020204" pitchFamily="34" charset="-122"/>
              <a:cs typeface="+mn-cs"/>
              <a:sym typeface="+mn-ea"/>
            </a:endParaRPr>
          </a:p>
        </p:txBody>
      </p:sp>
      <p:grpSp>
        <p:nvGrpSpPr>
          <p:cNvPr id="7173" name="组合 11"/>
          <p:cNvGrpSpPr/>
          <p:nvPr/>
        </p:nvGrpSpPr>
        <p:grpSpPr>
          <a:xfrm>
            <a:off x="4271963" y="4086225"/>
            <a:ext cx="7392987" cy="77788"/>
            <a:chOff x="4905828" y="3767763"/>
            <a:chExt cx="5881083" cy="0"/>
          </a:xfrm>
        </p:grpSpPr>
        <p:cxnSp>
          <p:nvCxnSpPr>
            <p:cNvPr id="13" name="直接连接符 12"/>
            <p:cNvCxnSpPr/>
            <p:nvPr/>
          </p:nvCxnSpPr>
          <p:spPr>
            <a:xfrm>
              <a:off x="4905828" y="3767763"/>
              <a:ext cx="705932" cy="0"/>
            </a:xfrm>
            <a:prstGeom prst="line">
              <a:avLst/>
            </a:prstGeom>
            <a:ln w="19050" cap="rnd">
              <a:solidFill>
                <a:schemeClr val="bg1"/>
              </a:solidFill>
              <a:headEnd type="none"/>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10080979" y="3767763"/>
              <a:ext cx="705932" cy="0"/>
            </a:xfrm>
            <a:prstGeom prst="line">
              <a:avLst/>
            </a:prstGeom>
            <a:ln w="19050" cap="rnd">
              <a:solidFill>
                <a:schemeClr val="bg1"/>
              </a:solidFill>
              <a:headEnd type="none"/>
            </a:ln>
          </p:spPr>
          <p:style>
            <a:lnRef idx="1">
              <a:schemeClr val="accent1"/>
            </a:lnRef>
            <a:fillRef idx="0">
              <a:schemeClr val="accent1"/>
            </a:fillRef>
            <a:effectRef idx="0">
              <a:schemeClr val="accent1"/>
            </a:effectRef>
            <a:fontRef idx="minor">
              <a:schemeClr val="tx1"/>
            </a:fontRef>
          </p:style>
        </p:cxnSp>
      </p:grpSp>
      <p:sp>
        <p:nvSpPr>
          <p:cNvPr id="7174" name="文本框 12"/>
          <p:cNvSpPr txBox="1"/>
          <p:nvPr/>
        </p:nvSpPr>
        <p:spPr>
          <a:xfrm>
            <a:off x="3902075" y="3775075"/>
            <a:ext cx="8143875" cy="306388"/>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algn="ctr" eaLnBrk="1" hangingPunct="1">
              <a:lnSpc>
                <a:spcPct val="100000"/>
              </a:lnSpc>
              <a:spcBef>
                <a:spcPct val="0"/>
              </a:spcBef>
              <a:buNone/>
            </a:pPr>
            <a:r>
              <a:rPr lang="tr-TR" altLang="en-US" sz="1400" dirty="0">
                <a:solidFill>
                  <a:schemeClr val="bg1"/>
                </a:solidFill>
                <a:latin typeface="Microsoft YaHei" panose="020B0503020204020204" pitchFamily="34" charset="-122"/>
                <a:ea typeface="Microsoft YaHei" panose="020B0503020204020204" pitchFamily="34" charset="-122"/>
              </a:rPr>
              <a:t>Ünite 6 : E-Ticaret</a:t>
            </a:r>
            <a:endParaRPr lang="tr-TR" altLang="en-US" sz="1400" dirty="0">
              <a:solidFill>
                <a:schemeClr val="bg1"/>
              </a:solidFill>
              <a:latin typeface="Microsoft YaHei" panose="020B0503020204020204" pitchFamily="34" charset="-122"/>
              <a:ea typeface="Microsoft YaHei" panose="020B0503020204020204" pitchFamily="34" charset="-122"/>
            </a:endParaRPr>
          </a:p>
        </p:txBody>
      </p:sp>
      <p:sp>
        <p:nvSpPr>
          <p:cNvPr id="7175" name="文本框 12"/>
          <p:cNvSpPr txBox="1"/>
          <p:nvPr/>
        </p:nvSpPr>
        <p:spPr>
          <a:xfrm>
            <a:off x="8328025" y="6302375"/>
            <a:ext cx="3044825" cy="30797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algn="ctr" eaLnBrk="1" hangingPunct="1">
              <a:lnSpc>
                <a:spcPct val="100000"/>
              </a:lnSpc>
              <a:spcBef>
                <a:spcPct val="0"/>
              </a:spcBef>
              <a:buNone/>
            </a:pPr>
            <a:r>
              <a:rPr lang="tr-TR" altLang="en-US" sz="1400" dirty="0">
                <a:solidFill>
                  <a:schemeClr val="bg1"/>
                </a:solidFill>
                <a:latin typeface="Microsoft YaHei" panose="020B0503020204020204" pitchFamily="34" charset="-122"/>
                <a:ea typeface="Microsoft YaHei" panose="020B0503020204020204" pitchFamily="34" charset="-122"/>
              </a:rPr>
              <a:t>Öğr. Gör. Zafer SERİN</a:t>
            </a:r>
            <a:endParaRPr lang="tr-TR" altLang="en-US" sz="1400" dirty="0">
              <a:solidFill>
                <a:schemeClr val="bg1"/>
              </a:solidFill>
              <a:latin typeface="Microsoft YaHei" panose="020B0503020204020204" pitchFamily="34" charset="-122"/>
              <a:ea typeface="Microsoft YaHei" panose="020B0503020204020204" pitchFamily="34" charset="-122"/>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0" y="1588"/>
            <a:ext cx="12192000" cy="6858000"/>
          </a:xfrm>
          <a:prstGeom prst="rect">
            <a:avLst/>
          </a:prstGeom>
          <a:gradFill flip="none" rotWithShape="1">
            <a:gsLst>
              <a:gs pos="0">
                <a:srgbClr val="7A2EBC"/>
              </a:gs>
              <a:gs pos="100000">
                <a:srgbClr val="C21F0F"/>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3" name="Freeform 5"/>
          <p:cNvSpPr>
            <a:spLocks noEditPoints="1"/>
          </p:cNvSpPr>
          <p:nvPr/>
        </p:nvSpPr>
        <p:spPr bwMode="auto">
          <a:xfrm>
            <a:off x="3843338" y="1323975"/>
            <a:ext cx="365125" cy="365125"/>
          </a:xfrm>
          <a:custGeom>
            <a:avLst/>
            <a:gdLst>
              <a:gd name="T0" fmla="*/ 741 w 1482"/>
              <a:gd name="T1" fmla="*/ 969 h 1482"/>
              <a:gd name="T2" fmla="*/ 513 w 1482"/>
              <a:gd name="T3" fmla="*/ 741 h 1482"/>
              <a:gd name="T4" fmla="*/ 741 w 1482"/>
              <a:gd name="T5" fmla="*/ 513 h 1482"/>
              <a:gd name="T6" fmla="*/ 969 w 1482"/>
              <a:gd name="T7" fmla="*/ 741 h 1482"/>
              <a:gd name="T8" fmla="*/ 741 w 1482"/>
              <a:gd name="T9" fmla="*/ 969 h 1482"/>
              <a:gd name="T10" fmla="*/ 617 w 1482"/>
              <a:gd name="T11" fmla="*/ 390 h 1482"/>
              <a:gd name="T12" fmla="*/ 484 w 1482"/>
              <a:gd name="T13" fmla="*/ 257 h 1482"/>
              <a:gd name="T14" fmla="*/ 0 w 1482"/>
              <a:gd name="T15" fmla="*/ 741 h 1482"/>
              <a:gd name="T16" fmla="*/ 741 w 1482"/>
              <a:gd name="T17" fmla="*/ 1482 h 1482"/>
              <a:gd name="T18" fmla="*/ 874 w 1482"/>
              <a:gd name="T19" fmla="*/ 1349 h 1482"/>
              <a:gd name="T20" fmla="*/ 266 w 1482"/>
              <a:gd name="T21" fmla="*/ 741 h 1482"/>
              <a:gd name="T22" fmla="*/ 617 w 1482"/>
              <a:gd name="T23" fmla="*/ 390 h 1482"/>
              <a:gd name="T24" fmla="*/ 864 w 1482"/>
              <a:gd name="T25" fmla="*/ 1093 h 1482"/>
              <a:gd name="T26" fmla="*/ 997 w 1482"/>
              <a:gd name="T27" fmla="*/ 1226 h 1482"/>
              <a:gd name="T28" fmla="*/ 1482 w 1482"/>
              <a:gd name="T29" fmla="*/ 741 h 1482"/>
              <a:gd name="T30" fmla="*/ 741 w 1482"/>
              <a:gd name="T31" fmla="*/ 0 h 1482"/>
              <a:gd name="T32" fmla="*/ 608 w 1482"/>
              <a:gd name="T33" fmla="*/ 133 h 1482"/>
              <a:gd name="T34" fmla="*/ 1216 w 1482"/>
              <a:gd name="T35" fmla="*/ 741 h 1482"/>
              <a:gd name="T36" fmla="*/ 864 w 1482"/>
              <a:gd name="T37" fmla="*/ 1093 h 1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82" h="1482">
                <a:moveTo>
                  <a:pt x="741" y="969"/>
                </a:moveTo>
                <a:lnTo>
                  <a:pt x="513" y="741"/>
                </a:lnTo>
                <a:lnTo>
                  <a:pt x="741" y="513"/>
                </a:lnTo>
                <a:lnTo>
                  <a:pt x="969" y="741"/>
                </a:lnTo>
                <a:lnTo>
                  <a:pt x="741" y="969"/>
                </a:lnTo>
                <a:close/>
                <a:moveTo>
                  <a:pt x="617" y="390"/>
                </a:moveTo>
                <a:lnTo>
                  <a:pt x="484" y="257"/>
                </a:lnTo>
                <a:lnTo>
                  <a:pt x="0" y="741"/>
                </a:lnTo>
                <a:lnTo>
                  <a:pt x="741" y="1482"/>
                </a:lnTo>
                <a:lnTo>
                  <a:pt x="874" y="1349"/>
                </a:lnTo>
                <a:lnTo>
                  <a:pt x="266" y="741"/>
                </a:lnTo>
                <a:lnTo>
                  <a:pt x="617" y="390"/>
                </a:lnTo>
                <a:close/>
                <a:moveTo>
                  <a:pt x="864" y="1093"/>
                </a:moveTo>
                <a:lnTo>
                  <a:pt x="997" y="1226"/>
                </a:lnTo>
                <a:lnTo>
                  <a:pt x="1482" y="741"/>
                </a:lnTo>
                <a:lnTo>
                  <a:pt x="741" y="0"/>
                </a:lnTo>
                <a:lnTo>
                  <a:pt x="608" y="133"/>
                </a:lnTo>
                <a:lnTo>
                  <a:pt x="1216" y="741"/>
                </a:lnTo>
                <a:lnTo>
                  <a:pt x="864" y="1093"/>
                </a:lnTo>
                <a:close/>
              </a:path>
            </a:pathLst>
          </a:cu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9220" name="文本框 31"/>
          <p:cNvSpPr txBox="1"/>
          <p:nvPr/>
        </p:nvSpPr>
        <p:spPr>
          <a:xfrm>
            <a:off x="4164013" y="1276350"/>
            <a:ext cx="7773987" cy="46037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2400" b="1" dirty="0">
                <a:solidFill>
                  <a:schemeClr val="bg1"/>
                </a:solidFill>
                <a:latin typeface="Microsoft YaHei" panose="020B0503020204020204" pitchFamily="34" charset="-122"/>
                <a:ea typeface="Microsoft YaHei" panose="020B0503020204020204" pitchFamily="34" charset="-122"/>
              </a:rPr>
              <a:t> Elektronik Ortamda Sözleşmeler</a:t>
            </a:r>
            <a:endParaRPr lang="en-US" altLang="zh-CN" sz="2400" b="1" dirty="0">
              <a:solidFill>
                <a:schemeClr val="bg1"/>
              </a:solidFill>
              <a:latin typeface="Microsoft YaHei" panose="020B0503020204020204" pitchFamily="34" charset="-122"/>
              <a:ea typeface="Microsoft YaHei" panose="020B0503020204020204" pitchFamily="34" charset="-122"/>
            </a:endParaRPr>
          </a:p>
        </p:txBody>
      </p:sp>
      <p:sp>
        <p:nvSpPr>
          <p:cNvPr id="9221" name="文本框 31"/>
          <p:cNvSpPr txBox="1"/>
          <p:nvPr/>
        </p:nvSpPr>
        <p:spPr>
          <a:xfrm>
            <a:off x="4225925" y="2619375"/>
            <a:ext cx="7219950" cy="46037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2400" b="1" dirty="0">
                <a:solidFill>
                  <a:schemeClr val="bg1"/>
                </a:solidFill>
                <a:latin typeface="Microsoft YaHei" panose="020B0503020204020204" pitchFamily="34" charset="-122"/>
                <a:ea typeface="Microsoft YaHei" panose="020B0503020204020204" pitchFamily="34" charset="-122"/>
              </a:rPr>
              <a:t>Elektronik Ortamda Reklamlar</a:t>
            </a:r>
            <a:endParaRPr lang="en-US" altLang="zh-CN" sz="2400" b="1" dirty="0">
              <a:solidFill>
                <a:schemeClr val="bg1"/>
              </a:solidFill>
              <a:latin typeface="Microsoft YaHei" panose="020B0503020204020204" pitchFamily="34" charset="-122"/>
              <a:ea typeface="Microsoft YaHei" panose="020B0503020204020204" pitchFamily="34" charset="-122"/>
            </a:endParaRPr>
          </a:p>
        </p:txBody>
      </p:sp>
      <p:sp>
        <p:nvSpPr>
          <p:cNvPr id="13" name="Freeform 5"/>
          <p:cNvSpPr>
            <a:spLocks noEditPoints="1"/>
          </p:cNvSpPr>
          <p:nvPr/>
        </p:nvSpPr>
        <p:spPr bwMode="auto">
          <a:xfrm>
            <a:off x="3848100" y="2714625"/>
            <a:ext cx="365125" cy="365125"/>
          </a:xfrm>
          <a:custGeom>
            <a:avLst/>
            <a:gdLst>
              <a:gd name="T0" fmla="*/ 741 w 1482"/>
              <a:gd name="T1" fmla="*/ 969 h 1482"/>
              <a:gd name="T2" fmla="*/ 513 w 1482"/>
              <a:gd name="T3" fmla="*/ 741 h 1482"/>
              <a:gd name="T4" fmla="*/ 741 w 1482"/>
              <a:gd name="T5" fmla="*/ 513 h 1482"/>
              <a:gd name="T6" fmla="*/ 969 w 1482"/>
              <a:gd name="T7" fmla="*/ 741 h 1482"/>
              <a:gd name="T8" fmla="*/ 741 w 1482"/>
              <a:gd name="T9" fmla="*/ 969 h 1482"/>
              <a:gd name="T10" fmla="*/ 617 w 1482"/>
              <a:gd name="T11" fmla="*/ 390 h 1482"/>
              <a:gd name="T12" fmla="*/ 484 w 1482"/>
              <a:gd name="T13" fmla="*/ 257 h 1482"/>
              <a:gd name="T14" fmla="*/ 0 w 1482"/>
              <a:gd name="T15" fmla="*/ 741 h 1482"/>
              <a:gd name="T16" fmla="*/ 741 w 1482"/>
              <a:gd name="T17" fmla="*/ 1482 h 1482"/>
              <a:gd name="T18" fmla="*/ 874 w 1482"/>
              <a:gd name="T19" fmla="*/ 1349 h 1482"/>
              <a:gd name="T20" fmla="*/ 266 w 1482"/>
              <a:gd name="T21" fmla="*/ 741 h 1482"/>
              <a:gd name="T22" fmla="*/ 617 w 1482"/>
              <a:gd name="T23" fmla="*/ 390 h 1482"/>
              <a:gd name="T24" fmla="*/ 864 w 1482"/>
              <a:gd name="T25" fmla="*/ 1093 h 1482"/>
              <a:gd name="T26" fmla="*/ 997 w 1482"/>
              <a:gd name="T27" fmla="*/ 1226 h 1482"/>
              <a:gd name="T28" fmla="*/ 1482 w 1482"/>
              <a:gd name="T29" fmla="*/ 741 h 1482"/>
              <a:gd name="T30" fmla="*/ 741 w 1482"/>
              <a:gd name="T31" fmla="*/ 0 h 1482"/>
              <a:gd name="T32" fmla="*/ 608 w 1482"/>
              <a:gd name="T33" fmla="*/ 133 h 1482"/>
              <a:gd name="T34" fmla="*/ 1216 w 1482"/>
              <a:gd name="T35" fmla="*/ 741 h 1482"/>
              <a:gd name="T36" fmla="*/ 864 w 1482"/>
              <a:gd name="T37" fmla="*/ 1093 h 1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82" h="1482">
                <a:moveTo>
                  <a:pt x="741" y="969"/>
                </a:moveTo>
                <a:lnTo>
                  <a:pt x="513" y="741"/>
                </a:lnTo>
                <a:lnTo>
                  <a:pt x="741" y="513"/>
                </a:lnTo>
                <a:lnTo>
                  <a:pt x="969" y="741"/>
                </a:lnTo>
                <a:lnTo>
                  <a:pt x="741" y="969"/>
                </a:lnTo>
                <a:close/>
                <a:moveTo>
                  <a:pt x="617" y="390"/>
                </a:moveTo>
                <a:lnTo>
                  <a:pt x="484" y="257"/>
                </a:lnTo>
                <a:lnTo>
                  <a:pt x="0" y="741"/>
                </a:lnTo>
                <a:lnTo>
                  <a:pt x="741" y="1482"/>
                </a:lnTo>
                <a:lnTo>
                  <a:pt x="874" y="1349"/>
                </a:lnTo>
                <a:lnTo>
                  <a:pt x="266" y="741"/>
                </a:lnTo>
                <a:lnTo>
                  <a:pt x="617" y="390"/>
                </a:lnTo>
                <a:close/>
                <a:moveTo>
                  <a:pt x="864" y="1093"/>
                </a:moveTo>
                <a:lnTo>
                  <a:pt x="997" y="1226"/>
                </a:lnTo>
                <a:lnTo>
                  <a:pt x="1482" y="741"/>
                </a:lnTo>
                <a:lnTo>
                  <a:pt x="741" y="0"/>
                </a:lnTo>
                <a:lnTo>
                  <a:pt x="608" y="133"/>
                </a:lnTo>
                <a:lnTo>
                  <a:pt x="1216" y="741"/>
                </a:lnTo>
                <a:lnTo>
                  <a:pt x="864" y="1093"/>
                </a:lnTo>
                <a:close/>
              </a:path>
            </a:pathLst>
          </a:cu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9223" name="文本框 31"/>
          <p:cNvSpPr txBox="1"/>
          <p:nvPr/>
        </p:nvSpPr>
        <p:spPr>
          <a:xfrm>
            <a:off x="4225925" y="3963988"/>
            <a:ext cx="7727950" cy="46037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2400" b="1" dirty="0">
                <a:solidFill>
                  <a:schemeClr val="bg1"/>
                </a:solidFill>
                <a:latin typeface="Microsoft YaHei" panose="020B0503020204020204" pitchFamily="34" charset="-122"/>
                <a:ea typeface="Microsoft YaHei" panose="020B0503020204020204" pitchFamily="34" charset="-122"/>
              </a:rPr>
              <a:t>Elektronik Ortamda Haksız Rekabet</a:t>
            </a:r>
            <a:endParaRPr lang="en-US" altLang="zh-CN" sz="2400" b="1" dirty="0">
              <a:solidFill>
                <a:schemeClr val="bg1"/>
              </a:solidFill>
              <a:latin typeface="Microsoft YaHei" panose="020B0503020204020204" pitchFamily="34" charset="-122"/>
              <a:ea typeface="Microsoft YaHei" panose="020B0503020204020204" pitchFamily="34" charset="-122"/>
            </a:endParaRPr>
          </a:p>
        </p:txBody>
      </p:sp>
      <p:sp>
        <p:nvSpPr>
          <p:cNvPr id="14" name="Freeform 5"/>
          <p:cNvSpPr>
            <a:spLocks noEditPoints="1"/>
          </p:cNvSpPr>
          <p:nvPr/>
        </p:nvSpPr>
        <p:spPr bwMode="auto">
          <a:xfrm>
            <a:off x="3798888" y="4041775"/>
            <a:ext cx="365125" cy="365125"/>
          </a:xfrm>
          <a:custGeom>
            <a:avLst/>
            <a:gdLst>
              <a:gd name="T0" fmla="*/ 741 w 1482"/>
              <a:gd name="T1" fmla="*/ 969 h 1482"/>
              <a:gd name="T2" fmla="*/ 513 w 1482"/>
              <a:gd name="T3" fmla="*/ 741 h 1482"/>
              <a:gd name="T4" fmla="*/ 741 w 1482"/>
              <a:gd name="T5" fmla="*/ 513 h 1482"/>
              <a:gd name="T6" fmla="*/ 969 w 1482"/>
              <a:gd name="T7" fmla="*/ 741 h 1482"/>
              <a:gd name="T8" fmla="*/ 741 w 1482"/>
              <a:gd name="T9" fmla="*/ 969 h 1482"/>
              <a:gd name="T10" fmla="*/ 617 w 1482"/>
              <a:gd name="T11" fmla="*/ 390 h 1482"/>
              <a:gd name="T12" fmla="*/ 484 w 1482"/>
              <a:gd name="T13" fmla="*/ 257 h 1482"/>
              <a:gd name="T14" fmla="*/ 0 w 1482"/>
              <a:gd name="T15" fmla="*/ 741 h 1482"/>
              <a:gd name="T16" fmla="*/ 741 w 1482"/>
              <a:gd name="T17" fmla="*/ 1482 h 1482"/>
              <a:gd name="T18" fmla="*/ 874 w 1482"/>
              <a:gd name="T19" fmla="*/ 1349 h 1482"/>
              <a:gd name="T20" fmla="*/ 266 w 1482"/>
              <a:gd name="T21" fmla="*/ 741 h 1482"/>
              <a:gd name="T22" fmla="*/ 617 w 1482"/>
              <a:gd name="T23" fmla="*/ 390 h 1482"/>
              <a:gd name="T24" fmla="*/ 864 w 1482"/>
              <a:gd name="T25" fmla="*/ 1093 h 1482"/>
              <a:gd name="T26" fmla="*/ 997 w 1482"/>
              <a:gd name="T27" fmla="*/ 1226 h 1482"/>
              <a:gd name="T28" fmla="*/ 1482 w 1482"/>
              <a:gd name="T29" fmla="*/ 741 h 1482"/>
              <a:gd name="T30" fmla="*/ 741 w 1482"/>
              <a:gd name="T31" fmla="*/ 0 h 1482"/>
              <a:gd name="T32" fmla="*/ 608 w 1482"/>
              <a:gd name="T33" fmla="*/ 133 h 1482"/>
              <a:gd name="T34" fmla="*/ 1216 w 1482"/>
              <a:gd name="T35" fmla="*/ 741 h 1482"/>
              <a:gd name="T36" fmla="*/ 864 w 1482"/>
              <a:gd name="T37" fmla="*/ 1093 h 1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82" h="1482">
                <a:moveTo>
                  <a:pt x="741" y="969"/>
                </a:moveTo>
                <a:lnTo>
                  <a:pt x="513" y="741"/>
                </a:lnTo>
                <a:lnTo>
                  <a:pt x="741" y="513"/>
                </a:lnTo>
                <a:lnTo>
                  <a:pt x="969" y="741"/>
                </a:lnTo>
                <a:lnTo>
                  <a:pt x="741" y="969"/>
                </a:lnTo>
                <a:close/>
                <a:moveTo>
                  <a:pt x="617" y="390"/>
                </a:moveTo>
                <a:lnTo>
                  <a:pt x="484" y="257"/>
                </a:lnTo>
                <a:lnTo>
                  <a:pt x="0" y="741"/>
                </a:lnTo>
                <a:lnTo>
                  <a:pt x="741" y="1482"/>
                </a:lnTo>
                <a:lnTo>
                  <a:pt x="874" y="1349"/>
                </a:lnTo>
                <a:lnTo>
                  <a:pt x="266" y="741"/>
                </a:lnTo>
                <a:lnTo>
                  <a:pt x="617" y="390"/>
                </a:lnTo>
                <a:close/>
                <a:moveTo>
                  <a:pt x="864" y="1093"/>
                </a:moveTo>
                <a:lnTo>
                  <a:pt x="997" y="1226"/>
                </a:lnTo>
                <a:lnTo>
                  <a:pt x="1482" y="741"/>
                </a:lnTo>
                <a:lnTo>
                  <a:pt x="741" y="0"/>
                </a:lnTo>
                <a:lnTo>
                  <a:pt x="608" y="133"/>
                </a:lnTo>
                <a:lnTo>
                  <a:pt x="1216" y="741"/>
                </a:lnTo>
                <a:lnTo>
                  <a:pt x="864" y="1093"/>
                </a:lnTo>
                <a:close/>
              </a:path>
            </a:pathLst>
          </a:cu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pic>
        <p:nvPicPr>
          <p:cNvPr id="22" name="图片 21"/>
          <p:cNvPicPr>
            <a:picLocks noChangeAspect="1"/>
          </p:cNvPicPr>
          <p:nvPr/>
        </p:nvPicPr>
        <p:blipFill>
          <a:blip r:embed="rId1"/>
          <a:srcRect/>
          <a:stretch>
            <a:fillRect/>
          </a:stretch>
        </p:blipFill>
        <p:spPr>
          <a:xfrm>
            <a:off x="276800" y="1830564"/>
            <a:ext cx="3200677" cy="3200677"/>
          </a:xfrm>
          <a:custGeom>
            <a:avLst/>
            <a:gdLst>
              <a:gd name="connsiteX0" fmla="*/ 1607291 w 3200677"/>
              <a:gd name="connsiteY0" fmla="*/ 897633 h 3200677"/>
              <a:gd name="connsiteX1" fmla="*/ 870691 w 3200677"/>
              <a:gd name="connsiteY1" fmla="*/ 1634233 h 3200677"/>
              <a:gd name="connsiteX2" fmla="*/ 1607291 w 3200677"/>
              <a:gd name="connsiteY2" fmla="*/ 2370833 h 3200677"/>
              <a:gd name="connsiteX3" fmla="*/ 2343891 w 3200677"/>
              <a:gd name="connsiteY3" fmla="*/ 1634233 h 3200677"/>
              <a:gd name="connsiteX4" fmla="*/ 0 w 3200677"/>
              <a:gd name="connsiteY4" fmla="*/ 0 h 3200677"/>
              <a:gd name="connsiteX5" fmla="*/ 3200677 w 3200677"/>
              <a:gd name="connsiteY5" fmla="*/ 0 h 3200677"/>
              <a:gd name="connsiteX6" fmla="*/ 3200677 w 3200677"/>
              <a:gd name="connsiteY6" fmla="*/ 3200677 h 3200677"/>
              <a:gd name="connsiteX7" fmla="*/ 0 w 3200677"/>
              <a:gd name="connsiteY7" fmla="*/ 3200677 h 3200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00677" h="3200677">
                <a:moveTo>
                  <a:pt x="1607291" y="897633"/>
                </a:moveTo>
                <a:lnTo>
                  <a:pt x="870691" y="1634233"/>
                </a:lnTo>
                <a:lnTo>
                  <a:pt x="1607291" y="2370833"/>
                </a:lnTo>
                <a:lnTo>
                  <a:pt x="2343891" y="1634233"/>
                </a:lnTo>
                <a:close/>
                <a:moveTo>
                  <a:pt x="0" y="0"/>
                </a:moveTo>
                <a:lnTo>
                  <a:pt x="3200677" y="0"/>
                </a:lnTo>
                <a:lnTo>
                  <a:pt x="3200677" y="3200677"/>
                </a:lnTo>
                <a:lnTo>
                  <a:pt x="0" y="3200677"/>
                </a:lnTo>
                <a:close/>
              </a:path>
            </a:pathLst>
          </a:custGeom>
        </p:spPr>
      </p:pic>
      <p:sp>
        <p:nvSpPr>
          <p:cNvPr id="9226" name="文本框 31"/>
          <p:cNvSpPr txBox="1"/>
          <p:nvPr/>
        </p:nvSpPr>
        <p:spPr>
          <a:xfrm>
            <a:off x="917575" y="3200400"/>
            <a:ext cx="1920875" cy="46037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algn="ctr" eaLnBrk="1" hangingPunct="1">
              <a:lnSpc>
                <a:spcPct val="100000"/>
              </a:lnSpc>
              <a:spcBef>
                <a:spcPct val="0"/>
              </a:spcBef>
              <a:buNone/>
            </a:pPr>
            <a:r>
              <a:rPr lang="tr-TR" altLang="zh-CN" sz="2400" b="1" dirty="0">
                <a:solidFill>
                  <a:schemeClr val="bg1"/>
                </a:solidFill>
                <a:latin typeface="Microsoft YaHei" panose="020B0503020204020204" pitchFamily="34" charset="-122"/>
                <a:ea typeface="Microsoft YaHei" panose="020B0503020204020204" pitchFamily="34" charset="-122"/>
              </a:rPr>
              <a:t>Konular</a:t>
            </a:r>
            <a:endParaRPr lang="tr-TR" altLang="zh-CN" sz="2400" b="1" dirty="0">
              <a:solidFill>
                <a:schemeClr val="bg1"/>
              </a:solidFill>
              <a:latin typeface="Microsoft YaHei" panose="020B0503020204020204" pitchFamily="34" charset="-122"/>
              <a:ea typeface="Microsoft YaHei" panose="020B0503020204020204" pitchFamily="34" charset="-122"/>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Title 7"/>
          <p:cNvSpPr>
            <a:spLocks noGrp="1"/>
          </p:cNvSpPr>
          <p:nvPr>
            <p:ph type="title"/>
          </p:nvPr>
        </p:nvSpPr>
        <p:spPr>
          <a:ln/>
        </p:spPr>
        <p:txBody>
          <a:bodyPr vert="horz" wrap="square" lIns="91440" tIns="45720" rIns="91440" bIns="45720" anchor="ctr" anchorCtr="0"/>
          <a:p>
            <a:pPr eaLnBrk="1" hangingPunct="1"/>
            <a:endParaRPr lang="en-US" altLang="zh-CN" dirty="0"/>
          </a:p>
        </p:txBody>
      </p:sp>
      <p:sp>
        <p:nvSpPr>
          <p:cNvPr id="2" name="矩形 1"/>
          <p:cNvSpPr/>
          <p:nvPr/>
        </p:nvSpPr>
        <p:spPr>
          <a:xfrm>
            <a:off x="0" y="0"/>
            <a:ext cx="12192000" cy="6858000"/>
          </a:xfrm>
          <a:prstGeom prst="rect">
            <a:avLst/>
          </a:prstGeom>
          <a:gradFill flip="none" rotWithShape="1">
            <a:gsLst>
              <a:gs pos="0">
                <a:srgbClr val="7A2EBC"/>
              </a:gs>
              <a:gs pos="100000">
                <a:srgbClr val="C21F0F"/>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r>
              <a:rPr lang="" altLang="zh-CN" sz="4000" b="1" dirty="0">
                <a:solidFill>
                  <a:schemeClr val="bg1"/>
                </a:solidFill>
                <a:latin typeface="Microsoft YaHei" panose="020B0503020204020204" pitchFamily="34" charset="-122"/>
                <a:ea typeface="Microsoft YaHei" panose="020B0503020204020204" pitchFamily="34" charset="-122"/>
                <a:sym typeface="+mn-ea"/>
              </a:rPr>
              <a:t> Elektronik Ortamda Sözleşmeler</a:t>
            </a:r>
            <a:endParaRPr lang="" altLang="tr-TR" sz="4000" dirty="0">
              <a:solidFill>
                <a:schemeClr val="bg1"/>
              </a:solidFill>
              <a:latin typeface="Microsoft YaHei" panose="020B0503020204020204" pitchFamily="34" charset="-122"/>
              <a:ea typeface="Microsoft YaHei" panose="020B0503020204020204" pitchFamily="34" charset="-122"/>
              <a:sym typeface="+mn-ea"/>
            </a:endParaRP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11267"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Sözleşmeler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11268" name="Content Placeholder 2"/>
          <p:cNvSpPr>
            <a:spLocks noGrp="1"/>
          </p:cNvSpPr>
          <p:nvPr>
            <p:ph idx="1" hasCustomPrompt="1"/>
          </p:nvPr>
        </p:nvSpPr>
        <p:spPr>
          <a:xfrm>
            <a:off x="838200" y="1252538"/>
            <a:ext cx="10515600" cy="4351337"/>
          </a:xfrm>
          <a:ln/>
        </p:spPr>
        <p:txBody>
          <a:bodyPr vert="horz" wrap="square" lIns="91440" tIns="45720" rIns="91440" bIns="45720" anchor="t" anchorCtr="0"/>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Elektronik ortam, insan hayatının vazgeçilmezi olan </a:t>
            </a:r>
            <a:r>
              <a:rPr lang="tr-TR" altLang="en-US" b="1" kern="1200" dirty="0">
                <a:latin typeface="+mn-lt"/>
                <a:ea typeface="SimSun" panose="02010600030101010101" pitchFamily="2" charset="-122"/>
                <a:cs typeface="+mn-cs"/>
              </a:rPr>
              <a:t>sözleşme</a:t>
            </a:r>
            <a:r>
              <a:rPr lang="tr-TR" altLang="en-US" kern="1200" dirty="0">
                <a:latin typeface="+mn-lt"/>
                <a:ea typeface="SimSun" panose="02010600030101010101" pitchFamily="2" charset="-122"/>
                <a:cs typeface="+mn-cs"/>
              </a:rPr>
              <a:t>ler alanını da etkilemiştir.</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 İnternetten yemek veya çiçek sipariş etmek, seyahat ya da konser bileti almak sıklıkla yapılan bir hukuki işlemdir, yani </a:t>
            </a:r>
            <a:r>
              <a:rPr lang="tr-TR" altLang="en-US" b="1" kern="1200" dirty="0">
                <a:latin typeface="+mn-lt"/>
                <a:ea typeface="SimSun" panose="02010600030101010101" pitchFamily="2" charset="-122"/>
                <a:cs typeface="+mn-cs"/>
              </a:rPr>
              <a:t>sözleşme</a:t>
            </a:r>
            <a:r>
              <a:rPr lang="tr-TR" altLang="en-US" kern="1200" dirty="0">
                <a:latin typeface="+mn-lt"/>
                <a:ea typeface="SimSun" panose="02010600030101010101" pitchFamily="2" charset="-122"/>
                <a:cs typeface="+mn-cs"/>
              </a:rPr>
              <a:t>dir. </a:t>
            </a:r>
            <a:endParaRPr lang="tr-TR" altLang="en-US" kern="1200" dirty="0">
              <a:latin typeface="+mn-lt"/>
              <a:ea typeface="SimSun" panose="02010600030101010101" pitchFamily="2" charset="-122"/>
              <a:cs typeface="+mn-cs"/>
            </a:endParaRPr>
          </a:p>
        </p:txBody>
      </p:sp>
      <p:pic>
        <p:nvPicPr>
          <p:cNvPr id="11269" name="Picture 3" descr="AdobeStock_72884317"/>
          <p:cNvPicPr>
            <a:picLocks noChangeAspect="1"/>
          </p:cNvPicPr>
          <p:nvPr/>
        </p:nvPicPr>
        <p:blipFill>
          <a:blip r:embed="rId2"/>
          <a:stretch>
            <a:fillRect/>
          </a:stretch>
        </p:blipFill>
        <p:spPr>
          <a:xfrm>
            <a:off x="4991100" y="4054475"/>
            <a:ext cx="2794000" cy="2100263"/>
          </a:xfrm>
          <a:prstGeom prst="rect">
            <a:avLst/>
          </a:prstGeom>
          <a:noFill/>
          <a:ln w="9525">
            <a:noFill/>
          </a:ln>
        </p:spPr>
      </p:pic>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13315"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Sözleşmeler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13316" name="Content Placeholder 2"/>
          <p:cNvSpPr>
            <a:spLocks noGrp="1"/>
          </p:cNvSpPr>
          <p:nvPr>
            <p:ph idx="1" hasCustomPrompt="1"/>
          </p:nvPr>
        </p:nvSpPr>
        <p:spPr>
          <a:xfrm>
            <a:off x="838200" y="1252538"/>
            <a:ext cx="10515600" cy="4892675"/>
          </a:xfrm>
          <a:ln/>
        </p:spPr>
        <p:txBody>
          <a:bodyPr vert="horz" wrap="square" lIns="91440" tIns="45720" rIns="91440" bIns="45720" anchor="t" anchorCtr="0"/>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Elektronik ortamda sözleşmelerin avantajları :</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 1. </a:t>
            </a:r>
            <a:r>
              <a:rPr lang="tr-TR" altLang="en-US" b="1" kern="1200" dirty="0">
                <a:latin typeface="+mn-lt"/>
                <a:ea typeface="SimSun" panose="02010600030101010101" pitchFamily="2" charset="-122"/>
                <a:cs typeface="+mn-cs"/>
              </a:rPr>
              <a:t>Zaman</a:t>
            </a:r>
            <a:r>
              <a:rPr lang="tr-TR" altLang="en-US" kern="1200" dirty="0">
                <a:latin typeface="+mn-lt"/>
                <a:ea typeface="SimSun" panose="02010600030101010101" pitchFamily="2" charset="-122"/>
                <a:cs typeface="+mn-cs"/>
              </a:rPr>
              <a:t>dan tasarruf</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 2. </a:t>
            </a:r>
            <a:r>
              <a:rPr lang="tr-TR" altLang="en-US" b="1" kern="1200" dirty="0">
                <a:latin typeface="+mn-lt"/>
                <a:ea typeface="SimSun" panose="02010600030101010101" pitchFamily="2" charset="-122"/>
                <a:cs typeface="+mn-cs"/>
              </a:rPr>
              <a:t>Kolay karşılaştırma</a:t>
            </a:r>
            <a:endParaRPr lang="tr-TR" altLang="en-US" b="1"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 3. Mal ve hizmetlere </a:t>
            </a:r>
            <a:r>
              <a:rPr lang="tr-TR" altLang="en-US" b="1" kern="1200" dirty="0">
                <a:latin typeface="+mn-lt"/>
                <a:ea typeface="SimSun" panose="02010600030101010101" pitchFamily="2" charset="-122"/>
                <a:cs typeface="+mn-cs"/>
              </a:rPr>
              <a:t>kolay ulaşım</a:t>
            </a:r>
            <a:endParaRPr lang="tr-TR" altLang="en-US" b="1"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 4. Mesafelerin engel olmaktan çıkması </a:t>
            </a:r>
            <a:endParaRPr lang="tr-TR" altLang="en-US" kern="1200" dirty="0">
              <a:latin typeface="+mn-lt"/>
              <a:ea typeface="SimSun" panose="02010600030101010101" pitchFamily="2" charset="-122"/>
              <a:cs typeface="+mn-cs"/>
            </a:endParaRP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15363"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Sözleşmeler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15364" name="Content Placeholder 2"/>
          <p:cNvSpPr>
            <a:spLocks noGrp="1"/>
          </p:cNvSpPr>
          <p:nvPr>
            <p:ph idx="1" hasCustomPrompt="1"/>
          </p:nvPr>
        </p:nvSpPr>
        <p:spPr>
          <a:xfrm>
            <a:off x="590550" y="976313"/>
            <a:ext cx="10515600" cy="4351337"/>
          </a:xfrm>
          <a:ln/>
        </p:spPr>
        <p:txBody>
          <a:bodyPr vert="horz" wrap="square" lIns="91440" tIns="45720" rIns="91440" bIns="45720" anchor="t" anchorCtr="0"/>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E-Sözleşme taraf iradelerinin elektronik ortamda yani yüz yüze gelmeksizin </a:t>
            </a:r>
            <a:r>
              <a:rPr lang="tr-TR" altLang="en-US" b="1" kern="1200" dirty="0">
                <a:latin typeface="+mn-lt"/>
                <a:ea typeface="SimSun" panose="02010600030101010101" pitchFamily="2" charset="-122"/>
                <a:cs typeface="+mn-cs"/>
              </a:rPr>
              <a:t>karşılaştığı</a:t>
            </a:r>
            <a:r>
              <a:rPr lang="tr-TR" altLang="en-US" kern="1200" dirty="0">
                <a:latin typeface="+mn-lt"/>
                <a:ea typeface="SimSun" panose="02010600030101010101" pitchFamily="2" charset="-122"/>
                <a:cs typeface="+mn-cs"/>
              </a:rPr>
              <a:t> ve </a:t>
            </a:r>
            <a:r>
              <a:rPr lang="tr-TR" altLang="en-US" b="1" kern="1200" dirty="0">
                <a:latin typeface="+mn-lt"/>
                <a:ea typeface="SimSun" panose="02010600030101010101" pitchFamily="2" charset="-122"/>
                <a:cs typeface="+mn-cs"/>
              </a:rPr>
              <a:t>uyuştuğu elektronik </a:t>
            </a:r>
            <a:r>
              <a:rPr lang="tr-TR" altLang="en-US" kern="1200" dirty="0">
                <a:latin typeface="+mn-lt"/>
                <a:ea typeface="SimSun" panose="02010600030101010101" pitchFamily="2" charset="-122"/>
                <a:cs typeface="+mn-cs"/>
              </a:rPr>
              <a:t>ortamda kurulmuş </a:t>
            </a:r>
            <a:r>
              <a:rPr lang="tr-TR" altLang="en-US" b="1" kern="1200" dirty="0">
                <a:latin typeface="+mn-lt"/>
                <a:ea typeface="SimSun" panose="02010600030101010101" pitchFamily="2" charset="-122"/>
                <a:cs typeface="+mn-cs"/>
              </a:rPr>
              <a:t>sözleşme</a:t>
            </a:r>
            <a:r>
              <a:rPr lang="tr-TR" altLang="en-US" kern="1200" dirty="0">
                <a:latin typeface="+mn-lt"/>
                <a:ea typeface="SimSun" panose="02010600030101010101" pitchFamily="2" charset="-122"/>
                <a:cs typeface="+mn-cs"/>
              </a:rPr>
              <a:t>lerdir.</a:t>
            </a:r>
            <a:endParaRPr lang="tr-TR" altLang="en-US" kern="1200" dirty="0">
              <a:latin typeface="+mn-lt"/>
              <a:ea typeface="SimSun" panose="02010600030101010101" pitchFamily="2" charset="-122"/>
              <a:cs typeface="+mn-cs"/>
            </a:endParaRP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17411"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Sözleşmeler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17412" name="Content Placeholder 2"/>
          <p:cNvSpPr>
            <a:spLocks noGrp="1"/>
          </p:cNvSpPr>
          <p:nvPr>
            <p:ph idx="1" hasCustomPrompt="1"/>
          </p:nvPr>
        </p:nvSpPr>
        <p:spPr>
          <a:xfrm>
            <a:off x="533400" y="719138"/>
            <a:ext cx="10515600" cy="5767387"/>
          </a:xfrm>
          <a:ln/>
        </p:spPr>
        <p:txBody>
          <a:bodyPr vert="horz" wrap="square" lIns="91440" tIns="45720" rIns="91440" bIns="45720" anchor="t" anchorCtr="0"/>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Bu örnek bir e-sözleşme sürecidir</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p:txBody>
      </p:sp>
      <p:graphicFrame>
        <p:nvGraphicFramePr>
          <p:cNvPr id="3" name="Diagram 2"/>
          <p:cNvGraphicFramePr/>
          <p:nvPr/>
        </p:nvGraphicFramePr>
        <p:xfrm>
          <a:off x="1840230" y="824865"/>
          <a:ext cx="9017000" cy="54184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19459"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Sözleşmeler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19460" name="Content Placeholder 2"/>
          <p:cNvSpPr>
            <a:spLocks noGrp="1"/>
          </p:cNvSpPr>
          <p:nvPr>
            <p:ph idx="1" hasCustomPrompt="1"/>
          </p:nvPr>
        </p:nvSpPr>
        <p:spPr>
          <a:xfrm>
            <a:off x="533400" y="719138"/>
            <a:ext cx="10515600" cy="5767387"/>
          </a:xfrm>
          <a:ln/>
        </p:spPr>
        <p:txBody>
          <a:bodyPr vert="horz" wrap="square" lIns="91440" tIns="45720" rIns="91440" bIns="45720" anchor="t" anchorCtr="0"/>
          <a:p>
            <a:pPr marL="0" indent="0" algn="ctr" eaLnBrk="1" hangingPunct="1">
              <a:buFont typeface="Arial" panose="020B0604020202020204" pitchFamily="34" charset="0"/>
              <a:buNone/>
            </a:pPr>
            <a:r>
              <a:rPr lang="tr-TR" altLang="en-US" b="1" kern="1200" dirty="0">
                <a:latin typeface="+mn-lt"/>
                <a:ea typeface="SimSun" panose="02010600030101010101" pitchFamily="2" charset="-122"/>
                <a:cs typeface="+mn-cs"/>
              </a:rPr>
              <a:t>Elektronik Ortamda Yapılan Sözleşmelerin Yasal Çerçevesi </a:t>
            </a:r>
            <a:endParaRPr lang="tr-TR" altLang="en-US" b="1"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b="1"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p:txBody>
      </p:sp>
      <p:graphicFrame>
        <p:nvGraphicFramePr>
          <p:cNvPr id="4" name="Diagram 3"/>
          <p:cNvGraphicFramePr/>
          <p:nvPr/>
        </p:nvGraphicFramePr>
        <p:xfrm>
          <a:off x="5871210" y="1708785"/>
          <a:ext cx="5939155" cy="43535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9462" name="Text Box 4"/>
          <p:cNvSpPr txBox="1"/>
          <p:nvPr/>
        </p:nvSpPr>
        <p:spPr>
          <a:xfrm>
            <a:off x="527050" y="1603375"/>
            <a:ext cx="5865813" cy="3970338"/>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FontTx/>
              <a:buNone/>
            </a:pPr>
            <a:r>
              <a:rPr lang="en-US" altLang="zh-CN" dirty="0">
                <a:solidFill>
                  <a:schemeClr val="bg1"/>
                </a:solidFill>
              </a:rPr>
              <a:t>Elektronik ortamda kurulan bir sözleşmeye uygulanacak olan</a:t>
            </a:r>
            <a:r>
              <a:rPr lang="en-US" altLang="zh-CN" b="1" dirty="0">
                <a:solidFill>
                  <a:schemeClr val="bg1"/>
                </a:solidFill>
              </a:rPr>
              <a:t> çok sayıda yasal düzenleme </a:t>
            </a:r>
            <a:r>
              <a:rPr lang="en-US" altLang="zh-CN" dirty="0">
                <a:solidFill>
                  <a:schemeClr val="bg1"/>
                </a:solidFill>
              </a:rPr>
              <a:t>bulunmaktadır.</a:t>
            </a:r>
            <a:endParaRPr lang="tr-TR" altLang="zh-CN" dirty="0">
              <a:solidFill>
                <a:schemeClr val="bg1"/>
              </a:solidFill>
            </a:endParaRPr>
          </a:p>
          <a:p>
            <a:pPr marL="0" lvl="0" indent="0" eaLnBrk="1" hangingPunct="1">
              <a:lnSpc>
                <a:spcPct val="100000"/>
              </a:lnSpc>
              <a:spcBef>
                <a:spcPct val="0"/>
              </a:spcBef>
              <a:buFontTx/>
              <a:buNone/>
            </a:pPr>
            <a:endParaRPr lang="tr-TR" altLang="zh-CN" dirty="0">
              <a:solidFill>
                <a:schemeClr val="bg1"/>
              </a:solidFill>
            </a:endParaRPr>
          </a:p>
          <a:p>
            <a:pPr marL="0" lvl="0" indent="0" eaLnBrk="1" hangingPunct="1">
              <a:lnSpc>
                <a:spcPct val="100000"/>
              </a:lnSpc>
              <a:spcBef>
                <a:spcPct val="0"/>
              </a:spcBef>
              <a:buFontTx/>
              <a:buNone/>
            </a:pPr>
            <a:r>
              <a:rPr lang="en-US" altLang="zh-CN" dirty="0">
                <a:solidFill>
                  <a:schemeClr val="bg1"/>
                </a:solidFill>
              </a:rPr>
              <a:t>Sözleşmenin kurulmasına ilişkin temel düzenlemeler </a:t>
            </a:r>
            <a:r>
              <a:rPr lang="en-US" altLang="zh-CN" b="1" dirty="0">
                <a:solidFill>
                  <a:schemeClr val="bg1"/>
                </a:solidFill>
              </a:rPr>
              <a:t>Borçlar Kanunu</a:t>
            </a:r>
            <a:r>
              <a:rPr lang="en-US" altLang="zh-CN" dirty="0">
                <a:solidFill>
                  <a:schemeClr val="bg1"/>
                </a:solidFill>
              </a:rPr>
              <a:t>’nda yer almakla birlikte, başkaca düzenlemeler de sözleşmenin kuruluşunda göz önünde bulundurulmalıdır.</a:t>
            </a:r>
            <a:endParaRPr lang="en-US" altLang="zh-CN" dirty="0">
              <a:solidFill>
                <a:schemeClr val="bg1"/>
              </a:solidFill>
            </a:endParaRP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21507"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Sözleşmeler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21508" name="Content Placeholder 2"/>
          <p:cNvSpPr>
            <a:spLocks noGrp="1"/>
          </p:cNvSpPr>
          <p:nvPr>
            <p:ph idx="1" hasCustomPrompt="1"/>
          </p:nvPr>
        </p:nvSpPr>
        <p:spPr>
          <a:xfrm>
            <a:off x="533400" y="719138"/>
            <a:ext cx="10515600" cy="5767387"/>
          </a:xfrm>
          <a:ln/>
        </p:spPr>
        <p:txBody>
          <a:bodyPr vert="horz" wrap="square" lIns="91440" tIns="45720" rIns="91440" bIns="45720" anchor="t" anchorCtr="0"/>
          <a:p>
            <a:pPr marL="0" indent="0" eaLnBrk="1" hangingPunct="1">
              <a:buFont typeface="Arial" panose="020B0604020202020204" pitchFamily="34" charset="0"/>
              <a:buNone/>
            </a:pPr>
            <a:r>
              <a:rPr lang="tr-TR" altLang="en-US" b="1" kern="1200" dirty="0">
                <a:latin typeface="+mn-lt"/>
                <a:ea typeface="SimSun" panose="02010600030101010101" pitchFamily="2" charset="-122"/>
                <a:cs typeface="+mn-cs"/>
              </a:rPr>
              <a:t>Sözleşmelerin Kurulmasında İrade Açıklamaları *</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BK m. 1’e göre sözleşme, tarafların birbirine uygun ve karşılıklı irade açıklamaları ile kurulur.</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İrade açıklamalarının elektronik ortamda yapılması mümkündür</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Elektronik ortam sadece bir aracıdır</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İrade açıklaması doğrudan bir yazılım tarafından oluşturulmaktadır </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sz="2000" kern="1200" dirty="0">
                <a:latin typeface="+mn-lt"/>
                <a:ea typeface="SimSun" panose="02010600030101010101" pitchFamily="2" charset="-122"/>
                <a:cs typeface="+mn-cs"/>
              </a:rPr>
              <a:t>* İrade Açıklaması: belirli bir hukuki işlemin gerçekleştirilmesine yönelik arzunun ifade edilmesidir.</a:t>
            </a:r>
            <a:endParaRPr lang="tr-TR" altLang="en-US" sz="2000" kern="1200" dirty="0">
              <a:latin typeface="+mn-lt"/>
              <a:ea typeface="SimSun" panose="02010600030101010101" pitchFamily="2" charset="-122"/>
              <a:cs typeface="+mn-cs"/>
            </a:endParaRP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23555"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Sözleşmeler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23556" name="Content Placeholder 2"/>
          <p:cNvSpPr>
            <a:spLocks noGrp="1"/>
          </p:cNvSpPr>
          <p:nvPr>
            <p:ph idx="1" hasCustomPrompt="1"/>
          </p:nvPr>
        </p:nvSpPr>
        <p:spPr>
          <a:xfrm>
            <a:off x="533400" y="719138"/>
            <a:ext cx="10515600" cy="5767387"/>
          </a:xfrm>
          <a:ln/>
        </p:spPr>
        <p:txBody>
          <a:bodyPr vert="horz" wrap="square" lIns="91440" tIns="45720" rIns="91440" bIns="45720" anchor="t" anchorCtr="0"/>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Bir kimsenin sözleşme kurmaya yönelmiş olan irade açıklaması, chat, skype, facebook sohbeti veya elektronik posta ile yapılabilir. Ya da bir web sayfasında ‘fare’ yardımı ile bir </a:t>
            </a:r>
            <a:r>
              <a:rPr lang="tr-TR" altLang="en-US" b="1" kern="1200" dirty="0">
                <a:latin typeface="+mn-lt"/>
                <a:ea typeface="SimSun" panose="02010600030101010101" pitchFamily="2" charset="-122"/>
                <a:cs typeface="+mn-cs"/>
              </a:rPr>
              <a:t>sözleşmenin kabul edilmesi </a:t>
            </a:r>
            <a:r>
              <a:rPr lang="tr-TR" altLang="en-US" kern="1200" dirty="0">
                <a:latin typeface="+mn-lt"/>
                <a:ea typeface="SimSun" panose="02010600030101010101" pitchFamily="2" charset="-122"/>
                <a:cs typeface="+mn-cs"/>
              </a:rPr>
              <a:t>gibi. </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 Elektronik irade beyanı, ister elektronik ortam kullanılarak yapılsın isterse bilgisayar üzerinde yazılmış bir program aracılığıyla karşı tarafa açıklansın,  sonuç değişmemektedir ve irade beyanları gerçekte bir insan iradesine dayanmaktadır. Bu nedenle elektronik irade açıklamaları geçerli bir irade beyanı olarak kabul edilir. </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Elektronik irade beyanının etkili olabilmesi için irade açıklamasını yapan kimsenin irade beyanını karşı tarafa göndermesi, bunu yaparken de genel ilkelere göre gönderenin yapması gereken her şeyi yerine getirmesi gerekir</a:t>
            </a:r>
            <a:endParaRPr lang="tr-TR" altLang="en-US" kern="1200" dirty="0">
              <a:latin typeface="+mn-lt"/>
              <a:ea typeface="SimSun" panose="02010600030101010101" pitchFamily="2" charset="-122"/>
              <a:cs typeface="+mn-cs"/>
            </a:endParaRP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25603"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Sözleşmeler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25604" name="Content Placeholder 2"/>
          <p:cNvSpPr>
            <a:spLocks noGrp="1"/>
          </p:cNvSpPr>
          <p:nvPr>
            <p:ph idx="1" hasCustomPrompt="1"/>
          </p:nvPr>
        </p:nvSpPr>
        <p:spPr>
          <a:xfrm>
            <a:off x="533400" y="719138"/>
            <a:ext cx="10515600" cy="5767387"/>
          </a:xfrm>
          <a:ln/>
        </p:spPr>
        <p:txBody>
          <a:bodyPr vert="horz" wrap="square" lIns="91440" tIns="45720" rIns="91440" bIns="45720" anchor="t" anchorCtr="0"/>
          <a:p>
            <a:pPr marL="0" indent="0" eaLnBrk="1" hangingPunct="1">
              <a:buFont typeface="Arial" panose="020B0604020202020204" pitchFamily="34" charset="0"/>
              <a:buNone/>
            </a:pPr>
            <a:r>
              <a:rPr lang="tr-TR" altLang="en-US" b="1" kern="1200" dirty="0">
                <a:latin typeface="+mn-lt"/>
                <a:ea typeface="SimSun" panose="02010600030101010101" pitchFamily="2" charset="-122"/>
                <a:cs typeface="+mn-cs"/>
              </a:rPr>
              <a:t>İrade Açıklamalarının Tasnifi: Öneri ve Kabul</a:t>
            </a:r>
            <a:endParaRPr lang="tr-TR" altLang="en-US" b="1"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b="1"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Sözleşmenin kurulması için</a:t>
            </a:r>
            <a:r>
              <a:rPr lang="tr-TR" altLang="en-US" b="1" kern="1200" dirty="0">
                <a:latin typeface="+mn-lt"/>
                <a:ea typeface="SimSun" panose="02010600030101010101" pitchFamily="2" charset="-122"/>
                <a:cs typeface="+mn-cs"/>
              </a:rPr>
              <a:t> esaslı unsurları içeren </a:t>
            </a:r>
            <a:r>
              <a:rPr lang="tr-TR" altLang="en-US" kern="1200" dirty="0">
                <a:latin typeface="+mn-lt"/>
                <a:ea typeface="SimSun" panose="02010600030101010101" pitchFamily="2" charset="-122"/>
                <a:cs typeface="+mn-cs"/>
              </a:rPr>
              <a:t>ve kabul edildiği takdirde sözleşmenin meydana gelmesini sağlayan nitelikteki irade açıklaması </a:t>
            </a:r>
            <a:r>
              <a:rPr lang="tr-TR" altLang="en-US" b="1" kern="1200" dirty="0">
                <a:latin typeface="+mn-lt"/>
                <a:ea typeface="SimSun" panose="02010600030101010101" pitchFamily="2" charset="-122"/>
                <a:cs typeface="+mn-cs"/>
              </a:rPr>
              <a:t>öneri </a:t>
            </a:r>
            <a:r>
              <a:rPr lang="tr-TR" altLang="en-US" kern="1200" dirty="0">
                <a:latin typeface="+mn-lt"/>
                <a:ea typeface="SimSun" panose="02010600030101010101" pitchFamily="2" charset="-122"/>
                <a:cs typeface="+mn-cs"/>
              </a:rPr>
              <a:t>olarak adlandırılır. Öneri bir kişiye yapılabileceği gibi birden fazla kişiye de yapılabilir. </a:t>
            </a:r>
            <a:endParaRPr lang="tr-TR" altLang="en-US" kern="1200" dirty="0">
              <a:latin typeface="+mn-lt"/>
              <a:ea typeface="SimSun" panose="02010600030101010101" pitchFamily="2" charset="-122"/>
              <a:cs typeface="+mn-cs"/>
            </a:endParaRP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25603"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Sözleşmeler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25604" name="Content Placeholder 2"/>
          <p:cNvSpPr>
            <a:spLocks noGrp="1"/>
          </p:cNvSpPr>
          <p:nvPr>
            <p:ph idx="1" hasCustomPrompt="1"/>
          </p:nvPr>
        </p:nvSpPr>
        <p:spPr>
          <a:xfrm>
            <a:off x="533400" y="719138"/>
            <a:ext cx="10515600" cy="5767387"/>
          </a:xfrm>
        </p:spPr>
        <p:txBody>
          <a:bodyPr vert="horz" wrap="square" lIns="91440" tIns="45720" rIns="91440" bIns="45720" anchor="t" anchorCtr="0"/>
          <a:p>
            <a:pPr marL="0" indent="0" eaLnBrk="1" hangingPunct="1">
              <a:buFont typeface="Arial" panose="020B0604020202020204" pitchFamily="34" charset="0"/>
              <a:buNone/>
            </a:pPr>
            <a:r>
              <a:rPr lang="en-US" altLang="tr-TR" b="1" kern="1200" dirty="0">
                <a:latin typeface="+mn-lt"/>
                <a:ea typeface="SimSun" panose="02010600030101010101" pitchFamily="2" charset="-122"/>
                <a:cs typeface="+mn-cs"/>
              </a:rPr>
              <a:t>Elektronik Ticarette </a:t>
            </a:r>
            <a:r>
              <a:rPr lang="en-US" altLang="en-US" b="1" kern="1200" dirty="0">
                <a:latin typeface="+mn-lt"/>
                <a:ea typeface="SimSun" panose="02010600030101010101" pitchFamily="2" charset="-122"/>
                <a:cs typeface="+mn-cs"/>
              </a:rPr>
              <a:t>Ö</a:t>
            </a:r>
            <a:r>
              <a:rPr lang="en-US" altLang="tr-TR" b="1" kern="1200" dirty="0">
                <a:latin typeface="+mn-lt"/>
                <a:ea typeface="SimSun" panose="02010600030101010101" pitchFamily="2" charset="-122"/>
                <a:cs typeface="+mn-cs"/>
              </a:rPr>
              <a:t>neri (</a:t>
            </a:r>
            <a:r>
              <a:rPr lang="" altLang="en-US" b="1" kern="1200" dirty="0">
                <a:latin typeface="+mn-lt"/>
                <a:ea typeface="SimSun" panose="02010600030101010101" pitchFamily="2" charset="-122"/>
                <a:cs typeface="+mn-cs"/>
              </a:rPr>
              <a:t>İ</a:t>
            </a:r>
            <a:r>
              <a:rPr lang="en-US" altLang="tr-TR" b="1" kern="1200" dirty="0">
                <a:latin typeface="+mn-lt"/>
                <a:ea typeface="SimSun" panose="02010600030101010101" pitchFamily="2" charset="-122"/>
                <a:cs typeface="+mn-cs"/>
              </a:rPr>
              <a:t>cap) ve </a:t>
            </a:r>
            <a:r>
              <a:rPr lang="en-US" altLang="en-US" b="1" kern="1200" dirty="0">
                <a:latin typeface="+mn-lt"/>
                <a:ea typeface="SimSun" panose="02010600030101010101" pitchFamily="2" charset="-122"/>
                <a:cs typeface="+mn-cs"/>
              </a:rPr>
              <a:t>Ö</a:t>
            </a:r>
            <a:r>
              <a:rPr lang="en-US" altLang="tr-TR" b="1" kern="1200" dirty="0">
                <a:latin typeface="+mn-lt"/>
                <a:ea typeface="SimSun" panose="02010600030101010101" pitchFamily="2" charset="-122"/>
                <a:cs typeface="+mn-cs"/>
              </a:rPr>
              <a:t>neriye Davet</a:t>
            </a:r>
            <a:endParaRPr lang="en-US" altLang="tr-TR" b="1"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kern="1200" dirty="0">
                <a:latin typeface="+mn-lt"/>
                <a:ea typeface="SimSun" panose="02010600030101010101" pitchFamily="2" charset="-122"/>
                <a:cs typeface="+mn-cs"/>
              </a:rPr>
              <a:t>Bor</a:t>
            </a:r>
            <a:r>
              <a:rPr lang="" altLang="en-US" kern="1200" dirty="0">
                <a:latin typeface="+mn-lt"/>
                <a:ea typeface="SimSun" panose="02010600030101010101" pitchFamily="2" charset="-122"/>
                <a:cs typeface="+mn-cs"/>
              </a:rPr>
              <a:t>ç</a:t>
            </a:r>
            <a:r>
              <a:rPr lang="en-US" altLang="tr-TR" kern="1200" dirty="0">
                <a:latin typeface="+mn-lt"/>
                <a:ea typeface="SimSun" panose="02010600030101010101" pitchFamily="2" charset="-122"/>
                <a:cs typeface="+mn-cs"/>
              </a:rPr>
              <a:t>lar Kanunu'na g</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re s</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zle</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me "</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neri" ve "kabul" ile kurulur. Peki, bir e-ticaret sitesinde </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r</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n</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n fiyat</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yla sergilenmesi "</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neri" midir?</a:t>
            </a:r>
            <a:endParaRPr lang="en-US" altLang="tr-TR"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en-US" altLang="tr-TR"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kern="1200" dirty="0">
                <a:latin typeface="+mn-lt"/>
                <a:ea typeface="SimSun" panose="02010600030101010101" pitchFamily="2" charset="-122"/>
                <a:cs typeface="+mn-cs"/>
              </a:rPr>
              <a:t>Hukukta kabul edilen genel g</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r</a:t>
            </a:r>
            <a:r>
              <a:rPr lang="en-US" altLang="en-US" kern="1200" dirty="0">
                <a:latin typeface="+mn-lt"/>
                <a:ea typeface="SimSun" panose="02010600030101010101" pitchFamily="2" charset="-122"/>
                <a:cs typeface="+mn-cs"/>
              </a:rPr>
              <a:t>ü</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e g</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re, e-ticaret sitelerinde veya online pazar yerlerinde </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r</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nlerin fiyatlar</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yla listelenmesi, ba</a:t>
            </a:r>
            <a:r>
              <a:rPr lang="" altLang="en-US" kern="1200" dirty="0">
                <a:latin typeface="+mn-lt"/>
                <a:ea typeface="SimSun" panose="02010600030101010101" pitchFamily="2" charset="-122"/>
                <a:cs typeface="+mn-cs"/>
              </a:rPr>
              <a:t>ğ</a:t>
            </a:r>
            <a:r>
              <a:rPr lang="en-US" altLang="tr-TR" kern="1200" dirty="0">
                <a:latin typeface="+mn-lt"/>
                <a:ea typeface="SimSun" panose="02010600030101010101" pitchFamily="2" charset="-122"/>
                <a:cs typeface="+mn-cs"/>
              </a:rPr>
              <a:t>lay</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c</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bir "</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neri (icap)" DE</a:t>
            </a:r>
            <a:r>
              <a:rPr lang="" altLang="en-US" kern="1200" dirty="0">
                <a:latin typeface="+mn-lt"/>
                <a:ea typeface="SimSun" panose="02010600030101010101" pitchFamily="2" charset="-122"/>
                <a:cs typeface="+mn-cs"/>
              </a:rPr>
              <a:t>Ğİ</a:t>
            </a:r>
            <a:r>
              <a:rPr lang="en-US" altLang="tr-TR" kern="1200" dirty="0">
                <a:latin typeface="+mn-lt"/>
                <a:ea typeface="SimSun" panose="02010600030101010101" pitchFamily="2" charset="-122"/>
                <a:cs typeface="+mn-cs"/>
              </a:rPr>
              <a:t>LD</a:t>
            </a:r>
            <a:r>
              <a:rPr lang="" altLang="en-US" kern="1200" dirty="0">
                <a:latin typeface="+mn-lt"/>
                <a:ea typeface="SimSun" panose="02010600030101010101" pitchFamily="2" charset="-122"/>
                <a:cs typeface="+mn-cs"/>
              </a:rPr>
              <a:t>İ</a:t>
            </a:r>
            <a:r>
              <a:rPr lang="en-US" altLang="tr-TR" kern="1200" dirty="0">
                <a:latin typeface="+mn-lt"/>
                <a:ea typeface="SimSun" panose="02010600030101010101" pitchFamily="2" charset="-122"/>
                <a:cs typeface="+mn-cs"/>
              </a:rPr>
              <a:t>R.</a:t>
            </a:r>
            <a:endParaRPr lang="en-US" altLang="tr-TR"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en-US" altLang="tr-TR"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kern="1200" dirty="0">
                <a:latin typeface="+mn-lt"/>
                <a:ea typeface="SimSun" panose="02010600030101010101" pitchFamily="2" charset="-122"/>
                <a:cs typeface="+mn-cs"/>
              </a:rPr>
              <a:t>Bu durum, "</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neriye davet (icaba davet)" olarak kabul edilir. Sat</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c</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bu ilan</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yla asl</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nda m</a:t>
            </a:r>
            <a:r>
              <a:rPr lang="en-US" altLang="en-US" kern="1200" dirty="0">
                <a:latin typeface="+mn-lt"/>
                <a:ea typeface="SimSun" panose="02010600030101010101" pitchFamily="2" charset="-122"/>
                <a:cs typeface="+mn-cs"/>
              </a:rPr>
              <a:t>ü</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terileri "teklif yapmaya" davet etmektedir.</a:t>
            </a:r>
            <a:endParaRPr lang="en-US" altLang="tr-TR" kern="1200" dirty="0">
              <a:latin typeface="+mn-lt"/>
              <a:ea typeface="SimSun" panose="02010600030101010101" pitchFamily="2" charset="-122"/>
              <a:cs typeface="+mn-cs"/>
            </a:endParaRP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25603"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Sözleşmeler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25604" name="Content Placeholder 2"/>
          <p:cNvSpPr>
            <a:spLocks noGrp="1"/>
          </p:cNvSpPr>
          <p:nvPr>
            <p:ph idx="1" hasCustomPrompt="1"/>
          </p:nvPr>
        </p:nvSpPr>
        <p:spPr>
          <a:xfrm>
            <a:off x="533400" y="719138"/>
            <a:ext cx="10515600" cy="5767387"/>
          </a:xfrm>
        </p:spPr>
        <p:txBody>
          <a:bodyPr vert="horz" wrap="square" lIns="91440" tIns="45720" rIns="91440" bIns="45720" anchor="t" anchorCtr="0"/>
          <a:p>
            <a:pPr marL="0" indent="0" eaLnBrk="1" hangingPunct="1">
              <a:buFont typeface="Arial" panose="020B0604020202020204" pitchFamily="34" charset="0"/>
              <a:buNone/>
            </a:pPr>
            <a:r>
              <a:rPr lang="en-US" altLang="tr-TR" b="1" kern="1200" dirty="0">
                <a:latin typeface="+mn-lt"/>
                <a:ea typeface="SimSun" panose="02010600030101010101" pitchFamily="2" charset="-122"/>
                <a:cs typeface="+mn-cs"/>
              </a:rPr>
              <a:t>Elektronik Ticarette </a:t>
            </a:r>
            <a:r>
              <a:rPr lang="en-US" altLang="en-US" b="1" kern="1200" dirty="0">
                <a:latin typeface="+mn-lt"/>
                <a:ea typeface="SimSun" panose="02010600030101010101" pitchFamily="2" charset="-122"/>
                <a:cs typeface="+mn-cs"/>
              </a:rPr>
              <a:t>Ö</a:t>
            </a:r>
            <a:r>
              <a:rPr lang="en-US" altLang="tr-TR" b="1" kern="1200" dirty="0">
                <a:latin typeface="+mn-lt"/>
                <a:ea typeface="SimSun" panose="02010600030101010101" pitchFamily="2" charset="-122"/>
                <a:cs typeface="+mn-cs"/>
              </a:rPr>
              <a:t>neri (</a:t>
            </a:r>
            <a:r>
              <a:rPr lang="en-US" altLang="en-US" b="1" kern="1200" dirty="0">
                <a:latin typeface="+mn-lt"/>
                <a:ea typeface="SimSun" panose="02010600030101010101" pitchFamily="2" charset="-122"/>
                <a:cs typeface="+mn-cs"/>
              </a:rPr>
              <a:t>İ</a:t>
            </a:r>
            <a:r>
              <a:rPr lang="en-US" altLang="tr-TR" b="1" kern="1200" dirty="0">
                <a:latin typeface="+mn-lt"/>
                <a:ea typeface="SimSun" panose="02010600030101010101" pitchFamily="2" charset="-122"/>
                <a:cs typeface="+mn-cs"/>
              </a:rPr>
              <a:t>cap) ve </a:t>
            </a:r>
            <a:r>
              <a:rPr lang="en-US" altLang="en-US" b="1" kern="1200" dirty="0">
                <a:latin typeface="+mn-lt"/>
                <a:ea typeface="SimSun" panose="02010600030101010101" pitchFamily="2" charset="-122"/>
                <a:cs typeface="+mn-cs"/>
              </a:rPr>
              <a:t>Ö</a:t>
            </a:r>
            <a:r>
              <a:rPr lang="en-US" altLang="tr-TR" b="1" kern="1200" dirty="0">
                <a:latin typeface="+mn-lt"/>
                <a:ea typeface="SimSun" panose="02010600030101010101" pitchFamily="2" charset="-122"/>
                <a:cs typeface="+mn-cs"/>
              </a:rPr>
              <a:t>neriye Davet</a:t>
            </a:r>
            <a:endParaRPr lang="en-US" altLang="tr-TR" b="1"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kern="1200" dirty="0">
                <a:latin typeface="+mn-lt"/>
                <a:ea typeface="SimSun" panose="02010600030101010101" pitchFamily="2" charset="-122"/>
                <a:cs typeface="+mn-cs"/>
              </a:rPr>
              <a:t>Bu durumda s</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re</a:t>
            </a:r>
            <a:r>
              <a:rPr lang="" altLang="en-US" kern="1200" dirty="0">
                <a:latin typeface="+mn-lt"/>
                <a:ea typeface="SimSun" panose="02010600030101010101" pitchFamily="2" charset="-122"/>
                <a:cs typeface="+mn-cs"/>
              </a:rPr>
              <a:t>ç</a:t>
            </a:r>
            <a:r>
              <a:rPr lang="en-US" altLang="tr-TR" kern="1200" dirty="0">
                <a:latin typeface="+mn-lt"/>
                <a:ea typeface="SimSun" panose="02010600030101010101" pitchFamily="2" charset="-122"/>
                <a:cs typeface="+mn-cs"/>
              </a:rPr>
              <a:t> </a:t>
            </a:r>
            <a:r>
              <a:rPr lang="" altLang="en-US" kern="1200" dirty="0">
                <a:latin typeface="+mn-lt"/>
                <a:ea typeface="SimSun" panose="02010600030101010101" pitchFamily="2" charset="-122"/>
                <a:cs typeface="+mn-cs"/>
              </a:rPr>
              <a:t>ş</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yle i</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ler:</a:t>
            </a:r>
            <a:endParaRPr lang="en-US" altLang="tr-TR"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en-US" altLang="tr-TR"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kern="1200" dirty="0">
                <a:latin typeface="+mn-lt"/>
                <a:ea typeface="SimSun" panose="02010600030101010101" pitchFamily="2" charset="-122"/>
                <a:cs typeface="+mn-cs"/>
              </a:rPr>
              <a:t>Sat</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c</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(Site): </a:t>
            </a:r>
            <a:r>
              <a:rPr lang=""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r</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n</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 fiyat</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yla listeler. -&gt; Bu bir </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neriye Davet'tir.</a:t>
            </a:r>
            <a:endParaRPr lang="en-US" altLang="tr-TR"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kern="1200" dirty="0">
                <a:latin typeface="+mn-lt"/>
                <a:ea typeface="SimSun" panose="02010600030101010101" pitchFamily="2" charset="-122"/>
                <a:cs typeface="+mn-cs"/>
              </a:rPr>
              <a:t>M</a:t>
            </a:r>
            <a:r>
              <a:rPr lang="en-US" altLang="en-US" kern="1200" dirty="0">
                <a:latin typeface="+mn-lt"/>
                <a:ea typeface="SimSun" panose="02010600030101010101" pitchFamily="2" charset="-122"/>
                <a:cs typeface="+mn-cs"/>
              </a:rPr>
              <a:t>ü</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teri (Al</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c</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"Sat</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n Al" veya "Sipari</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i Tamamla" butonuna basar. -&gt; Bu, m</a:t>
            </a:r>
            <a:r>
              <a:rPr lang="en-US" altLang="en-US" kern="1200" dirty="0">
                <a:latin typeface="+mn-lt"/>
                <a:ea typeface="SimSun" panose="02010600030101010101" pitchFamily="2" charset="-122"/>
                <a:cs typeface="+mn-cs"/>
              </a:rPr>
              <a:t>ü</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terinin yapt</a:t>
            </a:r>
            <a:r>
              <a:rPr lang="" altLang="en-US" kern="1200" dirty="0">
                <a:latin typeface="+mn-lt"/>
                <a:ea typeface="SimSun" panose="02010600030101010101" pitchFamily="2" charset="-122"/>
                <a:cs typeface="+mn-cs"/>
              </a:rPr>
              <a:t>ığı</a:t>
            </a:r>
            <a:r>
              <a:rPr lang="en-US" altLang="tr-TR" kern="1200" dirty="0">
                <a:latin typeface="+mn-lt"/>
                <a:ea typeface="SimSun" panose="02010600030101010101" pitchFamily="2" charset="-122"/>
                <a:cs typeface="+mn-cs"/>
              </a:rPr>
              <a:t> bir </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neri (</a:t>
            </a:r>
            <a:r>
              <a:rPr lang="" altLang="en-US" kern="1200" dirty="0">
                <a:latin typeface="+mn-lt"/>
                <a:ea typeface="SimSun" panose="02010600030101010101" pitchFamily="2" charset="-122"/>
                <a:cs typeface="+mn-cs"/>
              </a:rPr>
              <a:t>İ</a:t>
            </a:r>
            <a:r>
              <a:rPr lang="en-US" altLang="tr-TR" kern="1200" dirty="0">
                <a:latin typeface="+mn-lt"/>
                <a:ea typeface="SimSun" panose="02010600030101010101" pitchFamily="2" charset="-122"/>
                <a:cs typeface="+mn-cs"/>
              </a:rPr>
              <a:t>cap)'dir.</a:t>
            </a:r>
            <a:endParaRPr lang="en-US" altLang="tr-TR"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kern="1200" dirty="0">
                <a:latin typeface="+mn-lt"/>
                <a:ea typeface="SimSun" panose="02010600030101010101" pitchFamily="2" charset="-122"/>
                <a:cs typeface="+mn-cs"/>
              </a:rPr>
              <a:t>Sat</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c</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(Site): M</a:t>
            </a:r>
            <a:r>
              <a:rPr lang="en-US" altLang="en-US" kern="1200" dirty="0">
                <a:latin typeface="+mn-lt"/>
                <a:ea typeface="SimSun" panose="02010600030101010101" pitchFamily="2" charset="-122"/>
                <a:cs typeface="+mn-cs"/>
              </a:rPr>
              <a:t>ü</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teriye "Sipari</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iniz onaylanm</a:t>
            </a:r>
            <a:r>
              <a:rPr lang="" altLang="en-US" kern="1200" dirty="0">
                <a:latin typeface="+mn-lt"/>
                <a:ea typeface="SimSun" panose="02010600030101010101" pitchFamily="2" charset="-122"/>
                <a:cs typeface="+mn-cs"/>
              </a:rPr>
              <a:t>ış</a:t>
            </a:r>
            <a:r>
              <a:rPr lang="en-US" altLang="tr-TR" kern="1200" dirty="0">
                <a:latin typeface="+mn-lt"/>
                <a:ea typeface="SimSun" panose="02010600030101010101" pitchFamily="2" charset="-122"/>
                <a:cs typeface="+mn-cs"/>
              </a:rPr>
              <a:t>t</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r" e-postas</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g</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nderir. -&gt; Bu, sat</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c</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n</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n yapt</a:t>
            </a:r>
            <a:r>
              <a:rPr lang="" altLang="en-US" kern="1200" dirty="0">
                <a:latin typeface="+mn-lt"/>
                <a:ea typeface="SimSun" panose="02010600030101010101" pitchFamily="2" charset="-122"/>
                <a:cs typeface="+mn-cs"/>
              </a:rPr>
              <a:t>ığı</a:t>
            </a:r>
            <a:r>
              <a:rPr lang="en-US" altLang="tr-TR" kern="1200" dirty="0">
                <a:latin typeface="+mn-lt"/>
                <a:ea typeface="SimSun" panose="02010600030101010101" pitchFamily="2" charset="-122"/>
                <a:cs typeface="+mn-cs"/>
              </a:rPr>
              <a:t> Kabul beyan</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d</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r.</a:t>
            </a:r>
            <a:endParaRPr lang="en-US" altLang="tr-TR"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kern="1200" dirty="0">
                <a:latin typeface="+mn-lt"/>
                <a:ea typeface="SimSun" panose="02010600030101010101" pitchFamily="2" charset="-122"/>
                <a:cs typeface="+mn-cs"/>
              </a:rPr>
              <a:t>Sonu</a:t>
            </a:r>
            <a:r>
              <a:rPr lang="" altLang="en-US" kern="1200" dirty="0">
                <a:latin typeface="+mn-lt"/>
                <a:ea typeface="SimSun" panose="02010600030101010101" pitchFamily="2" charset="-122"/>
                <a:cs typeface="+mn-cs"/>
              </a:rPr>
              <a:t>ç</a:t>
            </a:r>
            <a:r>
              <a:rPr lang="en-US" altLang="tr-TR" kern="1200" dirty="0">
                <a:latin typeface="+mn-lt"/>
                <a:ea typeface="SimSun" panose="02010600030101010101" pitchFamily="2" charset="-122"/>
                <a:cs typeface="+mn-cs"/>
              </a:rPr>
              <a:t>: S</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zle</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me, m</a:t>
            </a:r>
            <a:r>
              <a:rPr lang="en-US" altLang="en-US" kern="1200" dirty="0">
                <a:latin typeface="+mn-lt"/>
                <a:ea typeface="SimSun" panose="02010600030101010101" pitchFamily="2" charset="-122"/>
                <a:cs typeface="+mn-cs"/>
              </a:rPr>
              <a:t>ü</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teri "Sat</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n Al" butonuna bast</a:t>
            </a:r>
            <a:r>
              <a:rPr lang="" altLang="en-US" kern="1200" dirty="0">
                <a:latin typeface="+mn-lt"/>
                <a:ea typeface="SimSun" panose="02010600030101010101" pitchFamily="2" charset="-122"/>
                <a:cs typeface="+mn-cs"/>
              </a:rPr>
              <a:t>ığı</a:t>
            </a:r>
            <a:r>
              <a:rPr lang="en-US" altLang="tr-TR" kern="1200" dirty="0">
                <a:latin typeface="+mn-lt"/>
                <a:ea typeface="SimSun" panose="02010600030101010101" pitchFamily="2" charset="-122"/>
                <a:cs typeface="+mn-cs"/>
              </a:rPr>
              <a:t> an de</a:t>
            </a:r>
            <a:r>
              <a:rPr lang="" altLang="en-US" kern="1200" dirty="0">
                <a:latin typeface="+mn-lt"/>
                <a:ea typeface="SimSun" panose="02010600030101010101" pitchFamily="2" charset="-122"/>
                <a:cs typeface="+mn-cs"/>
              </a:rPr>
              <a:t>ğ</a:t>
            </a:r>
            <a:r>
              <a:rPr lang="en-US" altLang="tr-TR" kern="1200" dirty="0">
                <a:latin typeface="+mn-lt"/>
                <a:ea typeface="SimSun" panose="02010600030101010101" pitchFamily="2" charset="-122"/>
                <a:cs typeface="+mn-cs"/>
              </a:rPr>
              <a:t>il, sat</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c</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bu </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neriyi "onaylad</a:t>
            </a:r>
            <a:r>
              <a:rPr lang="" altLang="en-US" kern="1200" dirty="0">
                <a:latin typeface="+mn-lt"/>
                <a:ea typeface="SimSun" panose="02010600030101010101" pitchFamily="2" charset="-122"/>
                <a:cs typeface="+mn-cs"/>
              </a:rPr>
              <a:t>ığı</a:t>
            </a:r>
            <a:r>
              <a:rPr lang="en-US" altLang="tr-TR" kern="1200" dirty="0">
                <a:latin typeface="+mn-lt"/>
                <a:ea typeface="SimSun" panose="02010600030101010101" pitchFamily="2" charset="-122"/>
                <a:cs typeface="+mn-cs"/>
              </a:rPr>
              <a:t>" an kurulmu</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 say</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l</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r. "Fiyat hatas</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veya "stokta kalmama" gibi durumlarda sat</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c</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n</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n (onay vermeden </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nce) sipari</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i iptal edebilmesinin hukuki dayana</a:t>
            </a:r>
            <a:r>
              <a:rPr lang="" altLang="en-US" kern="1200" dirty="0">
                <a:latin typeface="+mn-lt"/>
                <a:ea typeface="SimSun" panose="02010600030101010101" pitchFamily="2" charset="-122"/>
                <a:cs typeface="+mn-cs"/>
              </a:rPr>
              <a:t>ğı</a:t>
            </a:r>
            <a:r>
              <a:rPr lang="en-US" altLang="tr-TR" kern="1200" dirty="0">
                <a:latin typeface="+mn-lt"/>
                <a:ea typeface="SimSun" panose="02010600030101010101" pitchFamily="2" charset="-122"/>
                <a:cs typeface="+mn-cs"/>
              </a:rPr>
              <a:t> bu ayr</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md</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r.</a:t>
            </a:r>
            <a:endParaRPr lang="en-US" altLang="tr-TR" kern="1200" dirty="0">
              <a:latin typeface="+mn-lt"/>
              <a:ea typeface="SimSun" panose="02010600030101010101" pitchFamily="2" charset="-122"/>
              <a:cs typeface="+mn-cs"/>
            </a:endParaRP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27651"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Sözleşmeler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27652" name="Content Placeholder 2"/>
          <p:cNvSpPr>
            <a:spLocks noGrp="1"/>
          </p:cNvSpPr>
          <p:nvPr>
            <p:ph idx="1" hasCustomPrompt="1"/>
          </p:nvPr>
        </p:nvSpPr>
        <p:spPr>
          <a:xfrm>
            <a:off x="533400" y="719138"/>
            <a:ext cx="10515600" cy="5767387"/>
          </a:xfrm>
          <a:ln/>
        </p:spPr>
        <p:txBody>
          <a:bodyPr vert="horz" wrap="square" lIns="91440" tIns="45720" rIns="91440" bIns="45720" anchor="t" anchorCtr="0"/>
          <a:p>
            <a:pPr marL="0" indent="0" eaLnBrk="1" hangingPunct="1">
              <a:buFont typeface="Arial" panose="020B0604020202020204" pitchFamily="34" charset="0"/>
              <a:buNone/>
            </a:pPr>
            <a:r>
              <a:rPr lang="tr-TR" altLang="en-US" b="1" kern="1200" dirty="0">
                <a:latin typeface="+mn-lt"/>
                <a:ea typeface="SimSun" panose="02010600030101010101" pitchFamily="2" charset="-122"/>
                <a:cs typeface="+mn-cs"/>
              </a:rPr>
              <a:t>Elektronik Ortamda Açık ve Örtülü İrade Açıklaması </a:t>
            </a:r>
            <a:endParaRPr lang="tr-TR" altLang="en-US" b="1"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b="1"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 Borçlar Kanunu, örtülü kabulü, belirli bir süre </a:t>
            </a:r>
            <a:r>
              <a:rPr lang="tr-TR" altLang="en-US" b="1" kern="1200" dirty="0">
                <a:latin typeface="+mn-lt"/>
                <a:ea typeface="SimSun" panose="02010600030101010101" pitchFamily="2" charset="-122"/>
                <a:cs typeface="+mn-cs"/>
              </a:rPr>
              <a:t>susmaya </a:t>
            </a:r>
            <a:r>
              <a:rPr lang="tr-TR" altLang="en-US" kern="1200" dirty="0">
                <a:latin typeface="+mn-lt"/>
                <a:ea typeface="SimSun" panose="02010600030101010101" pitchFamily="2" charset="-122"/>
                <a:cs typeface="+mn-cs"/>
              </a:rPr>
              <a:t>veya başka bir deyişle </a:t>
            </a:r>
            <a:r>
              <a:rPr lang="tr-TR" altLang="en-US" b="1" kern="1200" dirty="0">
                <a:latin typeface="+mn-lt"/>
                <a:ea typeface="SimSun" panose="02010600030101010101" pitchFamily="2" charset="-122"/>
                <a:cs typeface="+mn-cs"/>
              </a:rPr>
              <a:t>reddetmeme</a:t>
            </a:r>
            <a:r>
              <a:rPr lang="tr-TR" altLang="en-US" kern="1200" dirty="0">
                <a:latin typeface="+mn-lt"/>
                <a:ea typeface="SimSun" panose="02010600030101010101" pitchFamily="2" charset="-122"/>
                <a:cs typeface="+mn-cs"/>
              </a:rPr>
              <a:t> hâlinde </a:t>
            </a:r>
            <a:r>
              <a:rPr lang="tr-TR" altLang="en-US" b="1" kern="1200" dirty="0">
                <a:latin typeface="+mn-lt"/>
                <a:ea typeface="SimSun" panose="02010600030101010101" pitchFamily="2" charset="-122"/>
                <a:cs typeface="+mn-cs"/>
              </a:rPr>
              <a:t>kabul etmiş </a:t>
            </a:r>
            <a:r>
              <a:rPr lang="tr-TR" altLang="en-US" kern="1200" dirty="0">
                <a:latin typeface="+mn-lt"/>
                <a:ea typeface="SimSun" panose="02010600030101010101" pitchFamily="2" charset="-122"/>
                <a:cs typeface="+mn-cs"/>
              </a:rPr>
              <a:t>ve sözleşmenin kurulacağını hükme bağlamıştır (BK m. 6). </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Oysa, bilişim ortamlarında istisnai durumlar haricinde örtülü kabule yer vermemek gerekir. Yani bir bilişim sisteminde sadece ekrandaki teklifin belli bir zaman içinde reddedilmemesi irade açıklaması olarak kabul edilemez. </a:t>
            </a:r>
            <a:r>
              <a:rPr lang="tr-TR" altLang="en-US" dirty="0">
                <a:sym typeface="+mn-ea"/>
              </a:rPr>
              <a:t>Zira öneriye olumlu bir cevap verilmediği sürece kabul anlamına gelmez. Bu nedenle öneren bakımından öneri reddedilmiş sayılır. </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29699"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Sözleşmeler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29700" name="Content Placeholder 2"/>
          <p:cNvSpPr>
            <a:spLocks noGrp="1"/>
          </p:cNvSpPr>
          <p:nvPr>
            <p:ph idx="1" hasCustomPrompt="1"/>
          </p:nvPr>
        </p:nvSpPr>
        <p:spPr>
          <a:xfrm>
            <a:off x="533400" y="719138"/>
            <a:ext cx="10515600" cy="5767387"/>
          </a:xfrm>
          <a:ln/>
        </p:spPr>
        <p:txBody>
          <a:bodyPr vert="horz" wrap="square" lIns="91440" tIns="45720" rIns="91440" bIns="45720" anchor="t" anchorCtr="0"/>
          <a:p>
            <a:pPr marL="0" indent="0" eaLnBrk="1" hangingPunct="1">
              <a:buFont typeface="Arial" panose="020B0604020202020204" pitchFamily="34" charset="0"/>
              <a:buNone/>
            </a:pPr>
            <a:r>
              <a:rPr lang="tr-TR" altLang="en-US" b="1" kern="1200" dirty="0">
                <a:latin typeface="+mn-lt"/>
                <a:ea typeface="SimSun" panose="02010600030101010101" pitchFamily="2" charset="-122"/>
                <a:cs typeface="+mn-cs"/>
              </a:rPr>
              <a:t>Hazır Olanlar ve Olmayanlar Arasında İrade Açıklamaları</a:t>
            </a:r>
            <a:endParaRPr lang="tr-TR" altLang="en-US" b="1"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b="1"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 BK m.4/2, telefon, bilgisayar gibi iletişim sağlayabilen araçlarla doğrudan iletişim sırasında yapılan öneriyi, hazır olanlar arasında yapılmış bir öneri olarak saymaktadır. </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MSN, IRC (Internet Relay Chat), Gmail ya da Facebook sohbet odalarında arada herhangi bir kaydedici sistem olmaksızın irade beyanları internet altyapısı ya da telefon hattı sayesinde ekranda zaman farkı olmadan görülebilmektedir. Bu arada belirtelim ki ses ya da görüntünün birkaç saniyelik gecikmesi, kanun koyucu bakımından dikkate alınmamıştır. Bu hâlde hazır olanlar arasında bir irade açıklaması vardır.  </a:t>
            </a:r>
            <a:endParaRPr lang="tr-TR" altLang="en-US" b="1"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b="1"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31747"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Sözleşmeler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31748" name="Content Placeholder 2"/>
          <p:cNvSpPr>
            <a:spLocks noGrp="1"/>
          </p:cNvSpPr>
          <p:nvPr>
            <p:ph idx="1" hasCustomPrompt="1"/>
          </p:nvPr>
        </p:nvSpPr>
        <p:spPr>
          <a:xfrm>
            <a:off x="533400" y="719138"/>
            <a:ext cx="10515600" cy="5767387"/>
          </a:xfrm>
          <a:ln/>
        </p:spPr>
        <p:txBody>
          <a:bodyPr vert="horz" wrap="square" lIns="91440" tIns="45720" rIns="91440" bIns="45720" anchor="t" anchorCtr="0"/>
          <a:p>
            <a:pPr marL="0" indent="0" eaLnBrk="1" hangingPunct="1">
              <a:buFont typeface="Arial" panose="020B0604020202020204" pitchFamily="34" charset="0"/>
              <a:buNone/>
            </a:pPr>
            <a:r>
              <a:rPr lang="tr-TR" altLang="en-US" b="1" kern="1200" dirty="0">
                <a:latin typeface="+mn-lt"/>
                <a:ea typeface="SimSun" panose="02010600030101010101" pitchFamily="2" charset="-122"/>
                <a:cs typeface="+mn-cs"/>
              </a:rPr>
              <a:t>Hazır Olanlar ve Olmayanlar Arasında İrade Açıklamaları</a:t>
            </a:r>
            <a:endParaRPr lang="tr-TR" altLang="en-US" b="1"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Gönderici, alıcının e-posta kutusuna bir haber bıraktığında bu telesekretere benzer bir durum arz eder. Burada alıcı, gönderenin irade beyanını e-posta kutusunu açtığında görecek ve öğrenecektir. Doğrudan bağlantının olduğu hâller hazır olanlar, diğer durumlar ise hazır olmayanlar arasındaki hukuki ilişkiye benzerlik göstermektedir. </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 Bir iş adamı, üzerinden ticari bağlantılar yaptığı e-postasını</a:t>
            </a:r>
            <a:r>
              <a:rPr lang="tr-TR" altLang="en-US" b="1" kern="1200" dirty="0">
                <a:latin typeface="+mn-lt"/>
                <a:ea typeface="SimSun" panose="02010600030101010101" pitchFamily="2" charset="-122"/>
                <a:cs typeface="+mn-cs"/>
              </a:rPr>
              <a:t> sürekli</a:t>
            </a:r>
            <a:r>
              <a:rPr lang="tr-TR" altLang="en-US" kern="1200" dirty="0">
                <a:latin typeface="+mn-lt"/>
                <a:ea typeface="SimSun" panose="02010600030101010101" pitchFamily="2" charset="-122"/>
                <a:cs typeface="+mn-cs"/>
              </a:rPr>
              <a:t> ve </a:t>
            </a:r>
            <a:r>
              <a:rPr lang="tr-TR" altLang="en-US" b="1" kern="1200" dirty="0">
                <a:latin typeface="+mn-lt"/>
                <a:ea typeface="SimSun" panose="02010600030101010101" pitchFamily="2" charset="-122"/>
                <a:cs typeface="+mn-cs"/>
              </a:rPr>
              <a:t>düzenli </a:t>
            </a:r>
            <a:r>
              <a:rPr lang="tr-TR" altLang="en-US" kern="1200" dirty="0">
                <a:latin typeface="+mn-lt"/>
                <a:ea typeface="SimSun" panose="02010600030101010101" pitchFamily="2" charset="-122"/>
                <a:cs typeface="+mn-cs"/>
              </a:rPr>
              <a:t>olarak kontrol etmekte ve hatta kendisine yapılan yazışmaları beklemektedir. Oysa e-postasını tamamen </a:t>
            </a:r>
            <a:r>
              <a:rPr lang="tr-TR" altLang="en-US" b="1" kern="1200" dirty="0">
                <a:latin typeface="+mn-lt"/>
                <a:ea typeface="SimSun" panose="02010600030101010101" pitchFamily="2" charset="-122"/>
                <a:cs typeface="+mn-cs"/>
              </a:rPr>
              <a:t>şahsi amaç</a:t>
            </a:r>
            <a:r>
              <a:rPr lang="tr-TR" altLang="en-US" kern="1200" dirty="0">
                <a:latin typeface="+mn-lt"/>
                <a:ea typeface="SimSun" panose="02010600030101010101" pitchFamily="2" charset="-122"/>
                <a:cs typeface="+mn-cs"/>
              </a:rPr>
              <a:t> için kullanan bir kimse e-posta kutusunu düzenli olarak</a:t>
            </a:r>
            <a:r>
              <a:rPr lang="tr-TR" altLang="en-US" b="1" kern="1200" dirty="0">
                <a:latin typeface="+mn-lt"/>
                <a:ea typeface="SimSun" panose="02010600030101010101" pitchFamily="2" charset="-122"/>
                <a:cs typeface="+mn-cs"/>
              </a:rPr>
              <a:t> kontrol etmeyebilir</a:t>
            </a:r>
            <a:r>
              <a:rPr lang="tr-TR" altLang="en-US" kern="1200" dirty="0">
                <a:latin typeface="+mn-lt"/>
                <a:ea typeface="SimSun" panose="02010600030101010101" pitchFamily="2" charset="-122"/>
                <a:cs typeface="+mn-cs"/>
              </a:rPr>
              <a:t>. Bir iş adamına e-posta yoluyla </a:t>
            </a:r>
            <a:r>
              <a:rPr lang="tr-TR" altLang="en-US" b="1" kern="1200" dirty="0">
                <a:latin typeface="+mn-lt"/>
                <a:ea typeface="SimSun" panose="02010600030101010101" pitchFamily="2" charset="-122"/>
                <a:cs typeface="+mn-cs"/>
              </a:rPr>
              <a:t>mesai saatleri dışında</a:t>
            </a:r>
            <a:r>
              <a:rPr lang="tr-TR" altLang="en-US" kern="1200" dirty="0">
                <a:latin typeface="+mn-lt"/>
                <a:ea typeface="SimSun" panose="02010600030101010101" pitchFamily="2" charset="-122"/>
                <a:cs typeface="+mn-cs"/>
              </a:rPr>
              <a:t> gönderilen irade açıklamaları, göndermeyi takip eden </a:t>
            </a:r>
            <a:r>
              <a:rPr lang="tr-TR" altLang="en-US" b="1" kern="1200" dirty="0">
                <a:latin typeface="+mn-lt"/>
                <a:ea typeface="SimSun" panose="02010600030101010101" pitchFamily="2" charset="-122"/>
                <a:cs typeface="+mn-cs"/>
              </a:rPr>
              <a:t>ilk mesai gününde ulaşmış</a:t>
            </a:r>
            <a:r>
              <a:rPr lang="tr-TR" altLang="en-US" kern="1200" dirty="0">
                <a:latin typeface="+mn-lt"/>
                <a:ea typeface="SimSun" panose="02010600030101010101" pitchFamily="2" charset="-122"/>
                <a:cs typeface="+mn-cs"/>
              </a:rPr>
              <a:t> kabul edilmelidir. </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33795"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Sözleşmeler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33796" name="Content Placeholder 2"/>
          <p:cNvSpPr>
            <a:spLocks noGrp="1"/>
          </p:cNvSpPr>
          <p:nvPr>
            <p:ph idx="1" hasCustomPrompt="1"/>
          </p:nvPr>
        </p:nvSpPr>
        <p:spPr>
          <a:xfrm>
            <a:off x="533400" y="719138"/>
            <a:ext cx="10515600" cy="5767387"/>
          </a:xfrm>
          <a:ln/>
        </p:spPr>
        <p:txBody>
          <a:bodyPr vert="horz" wrap="square" lIns="91440" tIns="45720" rIns="91440" bIns="45720" anchor="t" anchorCtr="0"/>
          <a:p>
            <a:pPr marL="0" indent="0" eaLnBrk="1" hangingPunct="1">
              <a:buFont typeface="Arial" panose="020B0604020202020204" pitchFamily="34" charset="0"/>
              <a:buNone/>
            </a:pPr>
            <a:r>
              <a:rPr lang="tr-TR" altLang="en-US" b="1" kern="1200" dirty="0">
                <a:latin typeface="+mn-lt"/>
                <a:ea typeface="SimSun" panose="02010600030101010101" pitchFamily="2" charset="-122"/>
                <a:cs typeface="+mn-cs"/>
              </a:rPr>
              <a:t>Hazır Olanlar ve Olmayanlar Arasında İrade Açıklamaları</a:t>
            </a:r>
            <a:endParaRPr lang="tr-TR" altLang="en-US" b="1"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b="1"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Elektronik ortamda yapılmış bir öneri ya da </a:t>
            </a:r>
            <a:r>
              <a:rPr lang="tr-TR" altLang="en-US" b="1" kern="1200" dirty="0">
                <a:latin typeface="+mn-lt"/>
                <a:ea typeface="SimSun" panose="02010600030101010101" pitchFamily="2" charset="-122"/>
                <a:cs typeface="+mn-cs"/>
              </a:rPr>
              <a:t>kabul geri alınabilir</a:t>
            </a:r>
            <a:r>
              <a:rPr lang="tr-TR" altLang="en-US" kern="1200" dirty="0">
                <a:latin typeface="+mn-lt"/>
                <a:ea typeface="SimSun" panose="02010600030101010101" pitchFamily="2" charset="-122"/>
                <a:cs typeface="+mn-cs"/>
              </a:rPr>
              <a:t>. Geri alma açıklaması, diğer tarafa öneri ya da kabulden önce veya aynı anda ulaşmış ya da daha sonra ulaşmakla birlikte diğer tarafça öneriden ya da </a:t>
            </a:r>
            <a:r>
              <a:rPr lang="tr-TR" altLang="en-US" b="1" kern="1200" dirty="0">
                <a:latin typeface="+mn-lt"/>
                <a:ea typeface="SimSun" panose="02010600030101010101" pitchFamily="2" charset="-122"/>
                <a:cs typeface="+mn-cs"/>
              </a:rPr>
              <a:t>kabulden önce öğrenilmiş olursa </a:t>
            </a:r>
            <a:r>
              <a:rPr lang="tr-TR" altLang="en-US" kern="1200" dirty="0">
                <a:latin typeface="+mn-lt"/>
                <a:ea typeface="SimSun" panose="02010600030101010101" pitchFamily="2" charset="-122"/>
                <a:cs typeface="+mn-cs"/>
              </a:rPr>
              <a:t>geri alma gerçekleşmiş sayılır </a:t>
            </a:r>
            <a:endParaRPr lang="tr-TR" altLang="en-US" kern="1200" dirty="0">
              <a:latin typeface="+mn-lt"/>
              <a:ea typeface="SimSun" panose="02010600030101010101" pitchFamily="2" charset="-122"/>
              <a:cs typeface="+mn-cs"/>
            </a:endParaRP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35843"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Sözleşmeler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35844" name="Content Placeholder 2"/>
          <p:cNvSpPr>
            <a:spLocks noGrp="1"/>
          </p:cNvSpPr>
          <p:nvPr>
            <p:ph idx="1" hasCustomPrompt="1"/>
          </p:nvPr>
        </p:nvSpPr>
        <p:spPr>
          <a:xfrm>
            <a:off x="552450" y="719138"/>
            <a:ext cx="10515600" cy="5767387"/>
          </a:xfrm>
          <a:ln/>
        </p:spPr>
        <p:txBody>
          <a:bodyPr vert="horz" wrap="square" lIns="91440" tIns="45720" rIns="91440" bIns="45720" anchor="t" anchorCtr="0"/>
          <a:p>
            <a:pPr marL="0" indent="0" eaLnBrk="1" hangingPunct="1">
              <a:buFont typeface="Arial" panose="020B0604020202020204" pitchFamily="34" charset="0"/>
              <a:buNone/>
            </a:pPr>
            <a:r>
              <a:rPr lang="tr-TR" altLang="en-US" b="1" kern="1200" dirty="0">
                <a:latin typeface="+mn-lt"/>
                <a:ea typeface="SimSun" panose="02010600030101010101" pitchFamily="2" charset="-122"/>
                <a:cs typeface="+mn-cs"/>
              </a:rPr>
              <a:t>İrade Açıklamasında Bozukluklar ve İptal Edilebilirlik</a:t>
            </a:r>
            <a:endParaRPr lang="tr-TR" altLang="en-US" b="1"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b="1"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Elektronik irade açıklamalarında birçok eksiklik ve hata ortaya çıkabilir.</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Bilgisayar kullanıcısının irade açıklamasında tıpkı bir daktilo kullanımında olduğu gibi bir </a:t>
            </a:r>
            <a:r>
              <a:rPr lang="tr-TR" altLang="en-US" b="1" kern="1200" dirty="0">
                <a:latin typeface="+mn-lt"/>
                <a:ea typeface="SimSun" panose="02010600030101010101" pitchFamily="2" charset="-122"/>
                <a:cs typeface="+mn-cs"/>
              </a:rPr>
              <a:t>hata</a:t>
            </a:r>
            <a:r>
              <a:rPr lang="tr-TR" altLang="en-US" kern="1200" dirty="0">
                <a:latin typeface="+mn-lt"/>
                <a:ea typeface="SimSun" panose="02010600030101010101" pitchFamily="2" charset="-122"/>
                <a:cs typeface="+mn-cs"/>
              </a:rPr>
              <a:t> söz konusu olabilir, bu takdirde BK m. 31/1-1 uygulama alanı bulur ve ortada bir </a:t>
            </a:r>
            <a:r>
              <a:rPr lang="tr-TR" altLang="en-US" b="1" kern="1200" dirty="0">
                <a:latin typeface="+mn-lt"/>
                <a:ea typeface="SimSun" panose="02010600030101010101" pitchFamily="2" charset="-122"/>
                <a:cs typeface="+mn-cs"/>
              </a:rPr>
              <a:t>beyan hatası</a:t>
            </a:r>
            <a:r>
              <a:rPr lang="tr-TR" altLang="en-US" kern="1200" dirty="0">
                <a:latin typeface="+mn-lt"/>
                <a:ea typeface="SimSun" panose="02010600030101010101" pitchFamily="2" charset="-122"/>
                <a:cs typeface="+mn-cs"/>
              </a:rPr>
              <a:t>nın olduğuna hükmedilir. Bilgisayar kullanıcısı beyanını iptal edebilir.</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 Şayet bir online hizmet sunucusunda yanlışlık ve hatalar söz konusu ise bu takdirde irade beyanı iptal edilebilir. Fakat burada şu hususun da belirtilmesi gerekir ki şayet gönderme hatası bilgisayar kullanıcısının kendi kullandığı araçlardan kaynaklanıyorsa irade beyanı iptal edilemez.</a:t>
            </a:r>
            <a:endParaRPr lang="tr-TR" altLang="en-US" kern="1200" dirty="0">
              <a:latin typeface="+mn-lt"/>
              <a:ea typeface="SimSun" panose="02010600030101010101" pitchFamily="2" charset="-122"/>
              <a:cs typeface="+mn-cs"/>
            </a:endParaRPr>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37891"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Sözleşmeler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37892" name="Content Placeholder 2"/>
          <p:cNvSpPr>
            <a:spLocks noGrp="1"/>
          </p:cNvSpPr>
          <p:nvPr>
            <p:ph idx="1" hasCustomPrompt="1"/>
          </p:nvPr>
        </p:nvSpPr>
        <p:spPr>
          <a:xfrm>
            <a:off x="552450" y="719138"/>
            <a:ext cx="10515600" cy="5767387"/>
          </a:xfrm>
          <a:ln/>
        </p:spPr>
        <p:txBody>
          <a:bodyPr vert="horz" wrap="square" lIns="91440" tIns="45720" rIns="91440" bIns="45720" anchor="t" anchorCtr="0"/>
          <a:p>
            <a:pPr marL="0" indent="0" eaLnBrk="1" hangingPunct="1">
              <a:buFont typeface="Arial" panose="020B0604020202020204" pitchFamily="34" charset="0"/>
              <a:buNone/>
            </a:pPr>
            <a:r>
              <a:rPr lang="tr-TR" altLang="en-US" b="1" kern="1200" dirty="0">
                <a:latin typeface="+mn-lt"/>
                <a:ea typeface="SimSun" panose="02010600030101010101" pitchFamily="2" charset="-122"/>
                <a:cs typeface="+mn-cs"/>
              </a:rPr>
              <a:t>Sözleşmelerin Kurulmasında</a:t>
            </a:r>
            <a:endParaRPr lang="tr-TR" altLang="en-US" b="1"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b="1"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İrade açıklamaları ve sözleşmelerin kurulması kural olarak şekil serbestisi(Tarafların sözleşme yaparken şekil yönünden serbest olmaları) ilkesine tabidir (BK m. 12). </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Yani sözleşmenin tarafları sözleşme yaparken diledikleri şekli seçmekte serbest oldukları gibi kural olarak sözleşmenin kurulması da kanunen </a:t>
            </a:r>
            <a:r>
              <a:rPr lang="tr-TR" altLang="en-US" b="1" kern="1200" dirty="0">
                <a:latin typeface="+mn-lt"/>
                <a:ea typeface="SimSun" panose="02010600030101010101" pitchFamily="2" charset="-122"/>
                <a:cs typeface="+mn-cs"/>
              </a:rPr>
              <a:t>herhangi bir şekle tabi tutulmamış</a:t>
            </a:r>
            <a:r>
              <a:rPr lang="tr-TR" altLang="en-US" kern="1200" dirty="0">
                <a:latin typeface="+mn-lt"/>
                <a:ea typeface="SimSun" panose="02010600030101010101" pitchFamily="2" charset="-122"/>
                <a:cs typeface="+mn-cs"/>
              </a:rPr>
              <a:t>tır.  </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b="1"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 Evlilik sözleşmesi, gayrımenkul alım satım sözleşmeleri gibi sözleşmelerin mutlaka kanunda öngörülen şekil şartına tabi olarak akdi gereklidir. </a:t>
            </a:r>
            <a:endParaRPr lang="tr-TR" altLang="en-US" b="1"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b="1"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39939"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Sözleşmeler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39940" name="Content Placeholder 2"/>
          <p:cNvSpPr>
            <a:spLocks noGrp="1"/>
          </p:cNvSpPr>
          <p:nvPr>
            <p:ph idx="1" hasCustomPrompt="1"/>
          </p:nvPr>
        </p:nvSpPr>
        <p:spPr>
          <a:xfrm>
            <a:off x="552450" y="719138"/>
            <a:ext cx="10515600" cy="5767387"/>
          </a:xfrm>
          <a:ln/>
        </p:spPr>
        <p:txBody>
          <a:bodyPr vert="horz" wrap="square" lIns="91440" tIns="45720" rIns="91440" bIns="45720" anchor="t" anchorCtr="0"/>
          <a:p>
            <a:pPr marL="0" indent="0" eaLnBrk="1" hangingPunct="1">
              <a:buFont typeface="Arial" panose="020B0604020202020204" pitchFamily="34" charset="0"/>
              <a:buNone/>
            </a:pPr>
            <a:r>
              <a:rPr lang="tr-TR" altLang="en-US" sz="2200" b="1" kern="1200" dirty="0">
                <a:latin typeface="+mn-lt"/>
                <a:ea typeface="SimSun" panose="02010600030101010101" pitchFamily="2" charset="-122"/>
                <a:cs typeface="+mn-cs"/>
              </a:rPr>
              <a:t>Sözleşmelerin ya da Elektronik İrade Açıklamalarının İspatı</a:t>
            </a:r>
            <a:endParaRPr lang="tr-TR" altLang="en-US" sz="2200" b="1"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sz="2200" kern="1200" dirty="0">
                <a:latin typeface="+mn-lt"/>
                <a:ea typeface="SimSun" panose="02010600030101010101" pitchFamily="2" charset="-122"/>
                <a:cs typeface="+mn-cs"/>
              </a:rPr>
              <a:t>Günümüzde elektronik ortamda yapılan işlemler hızla gelişmektedir. İrade açıklamaları, elektronik olarak iletilmekte, sözleşmeler elektronik ortamda kurulmaktadır. </a:t>
            </a:r>
            <a:endParaRPr lang="tr-TR" altLang="en-US" sz="2200"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sz="2200" b="1"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sz="2200" kern="1200" dirty="0">
                <a:latin typeface="+mn-lt"/>
                <a:ea typeface="SimSun" panose="02010600030101010101" pitchFamily="2" charset="-122"/>
                <a:cs typeface="+mn-cs"/>
              </a:rPr>
              <a:t>Elektronik dokümanlar, maddi bir cisim taşımamaktadır. Ayrıca elektronik dokümanlarda yazılı formun altında bulunması gerekli olan imza da bulunmamaktadır. Bu eksiklikler sebebiyle elektronik dokümanlar -kural olarak- usul hukukunda senet niteliği taşımazlar. </a:t>
            </a:r>
            <a:r>
              <a:rPr lang="tr-TR" altLang="en-US" sz="2200" dirty="0">
                <a:sym typeface="+mn-ea"/>
              </a:rPr>
              <a:t>Elektronik dokümanlar takdiri(hakimin kararına bırakılmış) delil olarak kabul edilir. </a:t>
            </a:r>
            <a:r>
              <a:rPr lang="en-US" altLang="tr-TR" sz="2200" kern="1200" dirty="0">
                <a:latin typeface="+mn-lt"/>
                <a:ea typeface="SimSun" panose="02010600030101010101" pitchFamily="2" charset="-122"/>
                <a:cs typeface="+mn-cs"/>
              </a:rPr>
              <a:t>Ancak, bu kural</a:t>
            </a:r>
            <a:r>
              <a:rPr lang="" altLang="en-US" sz="2200" kern="1200" dirty="0">
                <a:latin typeface="+mn-lt"/>
                <a:ea typeface="SimSun" panose="02010600030101010101" pitchFamily="2" charset="-122"/>
                <a:cs typeface="+mn-cs"/>
              </a:rPr>
              <a:t>ı</a:t>
            </a:r>
            <a:r>
              <a:rPr lang="en-US" altLang="tr-TR" sz="2200" kern="1200" dirty="0">
                <a:latin typeface="+mn-lt"/>
                <a:ea typeface="SimSun" panose="02010600030101010101" pitchFamily="2" charset="-122"/>
                <a:cs typeface="+mn-cs"/>
              </a:rPr>
              <a:t>n </a:t>
            </a:r>
            <a:r>
              <a:rPr lang="" altLang="en-US" sz="2200" kern="1200" dirty="0">
                <a:latin typeface="+mn-lt"/>
                <a:ea typeface="SimSun" panose="02010600030101010101" pitchFamily="2" charset="-122"/>
                <a:cs typeface="+mn-cs"/>
              </a:rPr>
              <a:t>ç</a:t>
            </a:r>
            <a:r>
              <a:rPr lang="en-US" altLang="tr-TR" sz="2200" kern="1200" dirty="0">
                <a:latin typeface="+mn-lt"/>
                <a:ea typeface="SimSun" panose="02010600030101010101" pitchFamily="2" charset="-122"/>
                <a:cs typeface="+mn-cs"/>
              </a:rPr>
              <a:t>ok </a:t>
            </a:r>
            <a:r>
              <a:rPr lang="en-US" altLang="en-US" sz="2200" kern="1200" dirty="0">
                <a:latin typeface="+mn-lt"/>
                <a:ea typeface="SimSun" panose="02010600030101010101" pitchFamily="2" charset="-122"/>
                <a:cs typeface="+mn-cs"/>
              </a:rPr>
              <a:t>ö</a:t>
            </a:r>
            <a:r>
              <a:rPr lang="en-US" altLang="tr-TR" sz="2200" kern="1200" dirty="0">
                <a:latin typeface="+mn-lt"/>
                <a:ea typeface="SimSun" panose="02010600030101010101" pitchFamily="2" charset="-122"/>
                <a:cs typeface="+mn-cs"/>
              </a:rPr>
              <a:t>nemli bir istisnas</a:t>
            </a:r>
            <a:r>
              <a:rPr lang="" altLang="en-US" sz="2200" kern="1200" dirty="0">
                <a:latin typeface="+mn-lt"/>
                <a:ea typeface="SimSun" panose="02010600030101010101" pitchFamily="2" charset="-122"/>
                <a:cs typeface="+mn-cs"/>
              </a:rPr>
              <a:t>ı</a:t>
            </a:r>
            <a:r>
              <a:rPr lang="en-US" altLang="tr-TR" sz="2200" kern="1200" dirty="0">
                <a:latin typeface="+mn-lt"/>
                <a:ea typeface="SimSun" panose="02010600030101010101" pitchFamily="2" charset="-122"/>
                <a:cs typeface="+mn-cs"/>
              </a:rPr>
              <a:t> vard</a:t>
            </a:r>
            <a:r>
              <a:rPr lang="" altLang="en-US" sz="2200" kern="1200" dirty="0">
                <a:latin typeface="+mn-lt"/>
                <a:ea typeface="SimSun" panose="02010600030101010101" pitchFamily="2" charset="-122"/>
                <a:cs typeface="+mn-cs"/>
              </a:rPr>
              <a:t>ı</a:t>
            </a:r>
            <a:r>
              <a:rPr lang="en-US" altLang="tr-TR" sz="2200" kern="1200" dirty="0">
                <a:latin typeface="+mn-lt"/>
                <a:ea typeface="SimSun" panose="02010600030101010101" pitchFamily="2" charset="-122"/>
                <a:cs typeface="+mn-cs"/>
              </a:rPr>
              <a:t>r. 5070 say</a:t>
            </a:r>
            <a:r>
              <a:rPr lang="" altLang="en-US" sz="2200" kern="1200" dirty="0">
                <a:latin typeface="+mn-lt"/>
                <a:ea typeface="SimSun" panose="02010600030101010101" pitchFamily="2" charset="-122"/>
                <a:cs typeface="+mn-cs"/>
              </a:rPr>
              <a:t>ı</a:t>
            </a:r>
            <a:r>
              <a:rPr lang="en-US" altLang="tr-TR" sz="2200" kern="1200" dirty="0">
                <a:latin typeface="+mn-lt"/>
                <a:ea typeface="SimSun" panose="02010600030101010101" pitchFamily="2" charset="-122"/>
                <a:cs typeface="+mn-cs"/>
              </a:rPr>
              <a:t>l</a:t>
            </a:r>
            <a:r>
              <a:rPr lang="" altLang="en-US" sz="2200" kern="1200" dirty="0">
                <a:latin typeface="+mn-lt"/>
                <a:ea typeface="SimSun" panose="02010600030101010101" pitchFamily="2" charset="-122"/>
                <a:cs typeface="+mn-cs"/>
              </a:rPr>
              <a:t>ı</a:t>
            </a:r>
            <a:r>
              <a:rPr lang="en-US" altLang="tr-TR" sz="2200" kern="1200" dirty="0">
                <a:latin typeface="+mn-lt"/>
                <a:ea typeface="SimSun" panose="02010600030101010101" pitchFamily="2" charset="-122"/>
                <a:cs typeface="+mn-cs"/>
              </a:rPr>
              <a:t> Elektronik </a:t>
            </a:r>
            <a:r>
              <a:rPr lang="" altLang="en-US" sz="2200" kern="1200" dirty="0">
                <a:latin typeface="+mn-lt"/>
                <a:ea typeface="SimSun" panose="02010600030101010101" pitchFamily="2" charset="-122"/>
                <a:cs typeface="+mn-cs"/>
              </a:rPr>
              <a:t>İ</a:t>
            </a:r>
            <a:r>
              <a:rPr lang="en-US" altLang="tr-TR" sz="2200" kern="1200" dirty="0">
                <a:latin typeface="+mn-lt"/>
                <a:ea typeface="SimSun" panose="02010600030101010101" pitchFamily="2" charset="-122"/>
                <a:cs typeface="+mn-cs"/>
              </a:rPr>
              <a:t>mza Kanunu'na g</a:t>
            </a:r>
            <a:r>
              <a:rPr lang="en-US" altLang="en-US" sz="2200" kern="1200" dirty="0">
                <a:latin typeface="+mn-lt"/>
                <a:ea typeface="SimSun" panose="02010600030101010101" pitchFamily="2" charset="-122"/>
                <a:cs typeface="+mn-cs"/>
              </a:rPr>
              <a:t>ö</a:t>
            </a:r>
            <a:r>
              <a:rPr lang="en-US" altLang="tr-TR" sz="2200" kern="1200" dirty="0">
                <a:latin typeface="+mn-lt"/>
                <a:ea typeface="SimSun" panose="02010600030101010101" pitchFamily="2" charset="-122"/>
                <a:cs typeface="+mn-cs"/>
              </a:rPr>
              <a:t>re, "g</a:t>
            </a:r>
            <a:r>
              <a:rPr lang="en-US" altLang="en-US" sz="2200" kern="1200" dirty="0">
                <a:latin typeface="+mn-lt"/>
                <a:ea typeface="SimSun" panose="02010600030101010101" pitchFamily="2" charset="-122"/>
                <a:cs typeface="+mn-cs"/>
              </a:rPr>
              <a:t>ü</a:t>
            </a:r>
            <a:r>
              <a:rPr lang="en-US" altLang="tr-TR" sz="2200" kern="1200" dirty="0">
                <a:latin typeface="+mn-lt"/>
                <a:ea typeface="SimSun" panose="02010600030101010101" pitchFamily="2" charset="-122"/>
                <a:cs typeface="+mn-cs"/>
              </a:rPr>
              <a:t>venli elektronik imza" (GE</a:t>
            </a:r>
            <a:r>
              <a:rPr lang="" altLang="en-US" sz="2200" kern="1200" dirty="0">
                <a:latin typeface="+mn-lt"/>
                <a:ea typeface="SimSun" panose="02010600030101010101" pitchFamily="2" charset="-122"/>
                <a:cs typeface="+mn-cs"/>
              </a:rPr>
              <a:t>İ</a:t>
            </a:r>
            <a:r>
              <a:rPr lang="en-US" altLang="tr-TR" sz="2200" kern="1200" dirty="0">
                <a:latin typeface="+mn-lt"/>
                <a:ea typeface="SimSun" panose="02010600030101010101" pitchFamily="2" charset="-122"/>
                <a:cs typeface="+mn-cs"/>
              </a:rPr>
              <a:t>) ile olu</a:t>
            </a:r>
            <a:r>
              <a:rPr lang="" altLang="en-US" sz="2200" kern="1200" dirty="0">
                <a:latin typeface="+mn-lt"/>
                <a:ea typeface="SimSun" panose="02010600030101010101" pitchFamily="2" charset="-122"/>
                <a:cs typeface="+mn-cs"/>
              </a:rPr>
              <a:t>ş</a:t>
            </a:r>
            <a:r>
              <a:rPr lang="en-US" altLang="tr-TR" sz="2200" kern="1200" dirty="0">
                <a:latin typeface="+mn-lt"/>
                <a:ea typeface="SimSun" panose="02010600030101010101" pitchFamily="2" charset="-122"/>
                <a:cs typeface="+mn-cs"/>
              </a:rPr>
              <a:t>turulan elektronik veriler (dok</a:t>
            </a:r>
            <a:r>
              <a:rPr lang="en-US" altLang="en-US" sz="2200" kern="1200" dirty="0">
                <a:latin typeface="+mn-lt"/>
                <a:ea typeface="SimSun" panose="02010600030101010101" pitchFamily="2" charset="-122"/>
                <a:cs typeface="+mn-cs"/>
              </a:rPr>
              <a:t>ü</a:t>
            </a:r>
            <a:r>
              <a:rPr lang="en-US" altLang="tr-TR" sz="2200" kern="1200" dirty="0">
                <a:latin typeface="+mn-lt"/>
                <a:ea typeface="SimSun" panose="02010600030101010101" pitchFamily="2" charset="-122"/>
                <a:cs typeface="+mn-cs"/>
              </a:rPr>
              <a:t>manlar), Hukuk Muhakemeleri Kanunu (HMK) uyar</a:t>
            </a:r>
            <a:r>
              <a:rPr lang="" altLang="en-US" sz="2200" kern="1200" dirty="0">
                <a:latin typeface="+mn-lt"/>
                <a:ea typeface="SimSun" panose="02010600030101010101" pitchFamily="2" charset="-122"/>
                <a:cs typeface="+mn-cs"/>
              </a:rPr>
              <a:t>ı</a:t>
            </a:r>
            <a:r>
              <a:rPr lang="en-US" altLang="tr-TR" sz="2200" kern="1200" dirty="0">
                <a:latin typeface="+mn-lt"/>
                <a:ea typeface="SimSun" panose="02010600030101010101" pitchFamily="2" charset="-122"/>
                <a:cs typeface="+mn-cs"/>
              </a:rPr>
              <a:t>nca "kesin delil" niteli</a:t>
            </a:r>
            <a:r>
              <a:rPr lang="" altLang="en-US" sz="2200" kern="1200" dirty="0">
                <a:latin typeface="+mn-lt"/>
                <a:ea typeface="SimSun" panose="02010600030101010101" pitchFamily="2" charset="-122"/>
                <a:cs typeface="+mn-cs"/>
              </a:rPr>
              <a:t>ğ</a:t>
            </a:r>
            <a:r>
              <a:rPr lang="en-US" altLang="tr-TR" sz="2200" kern="1200" dirty="0">
                <a:latin typeface="+mn-lt"/>
                <a:ea typeface="SimSun" panose="02010600030101010101" pitchFamily="2" charset="-122"/>
                <a:cs typeface="+mn-cs"/>
              </a:rPr>
              <a:t>indedir. Yani, g</a:t>
            </a:r>
            <a:r>
              <a:rPr lang="en-US" altLang="en-US" sz="2200" kern="1200" dirty="0">
                <a:latin typeface="+mn-lt"/>
                <a:ea typeface="SimSun" panose="02010600030101010101" pitchFamily="2" charset="-122"/>
                <a:cs typeface="+mn-cs"/>
              </a:rPr>
              <a:t>ü</a:t>
            </a:r>
            <a:r>
              <a:rPr lang="en-US" altLang="tr-TR" sz="2200" kern="1200" dirty="0">
                <a:latin typeface="+mn-lt"/>
                <a:ea typeface="SimSun" panose="02010600030101010101" pitchFamily="2" charset="-122"/>
                <a:cs typeface="+mn-cs"/>
              </a:rPr>
              <a:t>venli elektronik imza ile imzalanm</a:t>
            </a:r>
            <a:r>
              <a:rPr lang="" altLang="en-US" sz="2200" kern="1200" dirty="0">
                <a:latin typeface="+mn-lt"/>
                <a:ea typeface="SimSun" panose="02010600030101010101" pitchFamily="2" charset="-122"/>
                <a:cs typeface="+mn-cs"/>
              </a:rPr>
              <a:t>ış</a:t>
            </a:r>
            <a:r>
              <a:rPr lang="en-US" altLang="tr-TR" sz="2200" kern="1200" dirty="0">
                <a:latin typeface="+mn-lt"/>
                <a:ea typeface="SimSun" panose="02010600030101010101" pitchFamily="2" charset="-122"/>
                <a:cs typeface="+mn-cs"/>
              </a:rPr>
              <a:t> bir belge, t</a:t>
            </a:r>
            <a:r>
              <a:rPr lang="" altLang="en-US" sz="2200" kern="1200" dirty="0">
                <a:latin typeface="+mn-lt"/>
                <a:ea typeface="SimSun" panose="02010600030101010101" pitchFamily="2" charset="-122"/>
                <a:cs typeface="+mn-cs"/>
              </a:rPr>
              <a:t>ı</a:t>
            </a:r>
            <a:r>
              <a:rPr lang="en-US" altLang="tr-TR" sz="2200" kern="1200" dirty="0">
                <a:latin typeface="+mn-lt"/>
                <a:ea typeface="SimSun" panose="02010600030101010101" pitchFamily="2" charset="-122"/>
                <a:cs typeface="+mn-cs"/>
              </a:rPr>
              <a:t>pk</a:t>
            </a:r>
            <a:r>
              <a:rPr lang="" altLang="en-US" sz="2200" kern="1200" dirty="0">
                <a:latin typeface="+mn-lt"/>
                <a:ea typeface="SimSun" panose="02010600030101010101" pitchFamily="2" charset="-122"/>
                <a:cs typeface="+mn-cs"/>
              </a:rPr>
              <a:t>ı</a:t>
            </a:r>
            <a:r>
              <a:rPr lang="en-US" altLang="tr-TR" sz="2200" kern="1200" dirty="0">
                <a:latin typeface="+mn-lt"/>
                <a:ea typeface="SimSun" panose="02010600030101010101" pitchFamily="2" charset="-122"/>
                <a:cs typeface="+mn-cs"/>
              </a:rPr>
              <a:t> </a:t>
            </a:r>
            <a:r>
              <a:rPr lang="" altLang="en-US" sz="2200" kern="1200" dirty="0">
                <a:latin typeface="+mn-lt"/>
                <a:ea typeface="SimSun" panose="02010600030101010101" pitchFamily="2" charset="-122"/>
                <a:cs typeface="+mn-cs"/>
              </a:rPr>
              <a:t>ı</a:t>
            </a:r>
            <a:r>
              <a:rPr lang="en-US" altLang="tr-TR" sz="2200" kern="1200" dirty="0">
                <a:latin typeface="+mn-lt"/>
                <a:ea typeface="SimSun" panose="02010600030101010101" pitchFamily="2" charset="-122"/>
                <a:cs typeface="+mn-cs"/>
              </a:rPr>
              <a:t>slak imzal</a:t>
            </a:r>
            <a:r>
              <a:rPr lang="" altLang="en-US" sz="2200" kern="1200" dirty="0">
                <a:latin typeface="+mn-lt"/>
                <a:ea typeface="SimSun" panose="02010600030101010101" pitchFamily="2" charset="-122"/>
                <a:cs typeface="+mn-cs"/>
              </a:rPr>
              <a:t>ı</a:t>
            </a:r>
            <a:r>
              <a:rPr lang="en-US" altLang="tr-TR" sz="2200" kern="1200" dirty="0">
                <a:latin typeface="+mn-lt"/>
                <a:ea typeface="SimSun" panose="02010600030101010101" pitchFamily="2" charset="-122"/>
                <a:cs typeface="+mn-cs"/>
              </a:rPr>
              <a:t> bir belge gibi senet h</a:t>
            </a:r>
            <a:r>
              <a:rPr lang="en-US" altLang="en-US" sz="2200" kern="1200" dirty="0">
                <a:latin typeface="+mn-lt"/>
                <a:ea typeface="SimSun" panose="02010600030101010101" pitchFamily="2" charset="-122"/>
                <a:cs typeface="+mn-cs"/>
              </a:rPr>
              <a:t>ü</a:t>
            </a:r>
            <a:r>
              <a:rPr lang="en-US" altLang="tr-TR" sz="2200" kern="1200" dirty="0">
                <a:latin typeface="+mn-lt"/>
                <a:ea typeface="SimSun" panose="02010600030101010101" pitchFamily="2" charset="-122"/>
                <a:cs typeface="+mn-cs"/>
              </a:rPr>
              <a:t>km</a:t>
            </a:r>
            <a:r>
              <a:rPr lang="en-US" altLang="en-US" sz="2200" kern="1200" dirty="0">
                <a:latin typeface="+mn-lt"/>
                <a:ea typeface="SimSun" panose="02010600030101010101" pitchFamily="2" charset="-122"/>
                <a:cs typeface="+mn-cs"/>
              </a:rPr>
              <a:t>ü</a:t>
            </a:r>
            <a:r>
              <a:rPr lang="en-US" altLang="tr-TR" sz="2200" kern="1200" dirty="0">
                <a:latin typeface="+mn-lt"/>
                <a:ea typeface="SimSun" panose="02010600030101010101" pitchFamily="2" charset="-122"/>
                <a:cs typeface="+mn-cs"/>
              </a:rPr>
              <a:t>ndedir ve aksi ispatlanana kadar ge</a:t>
            </a:r>
            <a:r>
              <a:rPr lang="" altLang="en-US" sz="2200" kern="1200" dirty="0">
                <a:latin typeface="+mn-lt"/>
                <a:ea typeface="SimSun" panose="02010600030101010101" pitchFamily="2" charset="-122"/>
                <a:cs typeface="+mn-cs"/>
              </a:rPr>
              <a:t>ç</a:t>
            </a:r>
            <a:r>
              <a:rPr lang="en-US" altLang="tr-TR" sz="2200" kern="1200" dirty="0">
                <a:latin typeface="+mn-lt"/>
                <a:ea typeface="SimSun" panose="02010600030101010101" pitchFamily="2" charset="-122"/>
                <a:cs typeface="+mn-cs"/>
              </a:rPr>
              <a:t>erli kabul edilir. Bu nedenle, bir elektronik belgenin ispat g</a:t>
            </a:r>
            <a:r>
              <a:rPr lang="en-US" altLang="en-US" sz="2200" kern="1200" dirty="0">
                <a:latin typeface="+mn-lt"/>
                <a:ea typeface="SimSun" panose="02010600030101010101" pitchFamily="2" charset="-122"/>
                <a:cs typeface="+mn-cs"/>
              </a:rPr>
              <a:t>ü</a:t>
            </a:r>
            <a:r>
              <a:rPr lang="en-US" altLang="tr-TR" sz="2200" kern="1200" dirty="0">
                <a:latin typeface="+mn-lt"/>
                <a:ea typeface="SimSun" panose="02010600030101010101" pitchFamily="2" charset="-122"/>
                <a:cs typeface="+mn-cs"/>
              </a:rPr>
              <a:t>c</a:t>
            </a:r>
            <a:r>
              <a:rPr lang="en-US" altLang="en-US" sz="2200" kern="1200" dirty="0">
                <a:latin typeface="+mn-lt"/>
                <a:ea typeface="SimSun" panose="02010600030101010101" pitchFamily="2" charset="-122"/>
                <a:cs typeface="+mn-cs"/>
              </a:rPr>
              <a:t>ü</a:t>
            </a:r>
            <a:r>
              <a:rPr lang="en-US" altLang="tr-TR" sz="2200" kern="1200" dirty="0">
                <a:latin typeface="+mn-lt"/>
                <a:ea typeface="SimSun" panose="02010600030101010101" pitchFamily="2" charset="-122"/>
                <a:cs typeface="+mn-cs"/>
              </a:rPr>
              <a:t>, g</a:t>
            </a:r>
            <a:r>
              <a:rPr lang="en-US" altLang="en-US" sz="2200" kern="1200" dirty="0">
                <a:latin typeface="+mn-lt"/>
                <a:ea typeface="SimSun" panose="02010600030101010101" pitchFamily="2" charset="-122"/>
                <a:cs typeface="+mn-cs"/>
              </a:rPr>
              <a:t>ü</a:t>
            </a:r>
            <a:r>
              <a:rPr lang="en-US" altLang="tr-TR" sz="2200" kern="1200" dirty="0">
                <a:latin typeface="+mn-lt"/>
                <a:ea typeface="SimSun" panose="02010600030101010101" pitchFamily="2" charset="-122"/>
                <a:cs typeface="+mn-cs"/>
              </a:rPr>
              <a:t>venli elektronik imzaya sahip olup olmamas</a:t>
            </a:r>
            <a:r>
              <a:rPr lang="" altLang="en-US" sz="2200" kern="1200" dirty="0">
                <a:latin typeface="+mn-lt"/>
                <a:ea typeface="SimSun" panose="02010600030101010101" pitchFamily="2" charset="-122"/>
                <a:cs typeface="+mn-cs"/>
              </a:rPr>
              <a:t>ı</a:t>
            </a:r>
            <a:r>
              <a:rPr lang="en-US" altLang="tr-TR" sz="2200" kern="1200" dirty="0">
                <a:latin typeface="+mn-lt"/>
                <a:ea typeface="SimSun" panose="02010600030101010101" pitchFamily="2" charset="-122"/>
                <a:cs typeface="+mn-cs"/>
              </a:rPr>
              <a:t>na g</a:t>
            </a:r>
            <a:r>
              <a:rPr lang="en-US" altLang="en-US" sz="2200" kern="1200" dirty="0">
                <a:latin typeface="+mn-lt"/>
                <a:ea typeface="SimSun" panose="02010600030101010101" pitchFamily="2" charset="-122"/>
                <a:cs typeface="+mn-cs"/>
              </a:rPr>
              <a:t>ö</a:t>
            </a:r>
            <a:r>
              <a:rPr lang="en-US" altLang="tr-TR" sz="2200" kern="1200" dirty="0">
                <a:latin typeface="+mn-lt"/>
                <a:ea typeface="SimSun" panose="02010600030101010101" pitchFamily="2" charset="-122"/>
                <a:cs typeface="+mn-cs"/>
              </a:rPr>
              <a:t>re tamamen de</a:t>
            </a:r>
            <a:r>
              <a:rPr lang="" altLang="en-US" sz="2200" kern="1200" dirty="0">
                <a:latin typeface="+mn-lt"/>
                <a:ea typeface="SimSun" panose="02010600030101010101" pitchFamily="2" charset="-122"/>
                <a:cs typeface="+mn-cs"/>
              </a:rPr>
              <a:t>ğ</a:t>
            </a:r>
            <a:r>
              <a:rPr lang="en-US" altLang="tr-TR" sz="2200" kern="1200" dirty="0">
                <a:latin typeface="+mn-lt"/>
                <a:ea typeface="SimSun" panose="02010600030101010101" pitchFamily="2" charset="-122"/>
                <a:cs typeface="+mn-cs"/>
              </a:rPr>
              <a:t>i</a:t>
            </a:r>
            <a:r>
              <a:rPr lang="" altLang="en-US" sz="2200" kern="1200" dirty="0">
                <a:latin typeface="+mn-lt"/>
                <a:ea typeface="SimSun" panose="02010600030101010101" pitchFamily="2" charset="-122"/>
                <a:cs typeface="+mn-cs"/>
              </a:rPr>
              <a:t>ş</a:t>
            </a:r>
            <a:r>
              <a:rPr lang="en-US" altLang="tr-TR" sz="2200" kern="1200" dirty="0">
                <a:latin typeface="+mn-lt"/>
                <a:ea typeface="SimSun" panose="02010600030101010101" pitchFamily="2" charset="-122"/>
                <a:cs typeface="+mn-cs"/>
              </a:rPr>
              <a:t>ir.</a:t>
            </a:r>
            <a:endParaRPr lang="en-US" altLang="tr-TR" sz="2200"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sz="2200"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sz="2200" kern="1200" dirty="0">
              <a:latin typeface="+mn-lt"/>
              <a:ea typeface="SimSun" panose="02010600030101010101" pitchFamily="2" charset="-122"/>
              <a:cs typeface="+mn-cs"/>
            </a:endParaRP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41987"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Sözleşmeler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41988" name="Content Placeholder 2"/>
          <p:cNvSpPr>
            <a:spLocks noGrp="1"/>
          </p:cNvSpPr>
          <p:nvPr>
            <p:ph idx="1" hasCustomPrompt="1"/>
          </p:nvPr>
        </p:nvSpPr>
        <p:spPr>
          <a:xfrm>
            <a:off x="552450" y="719138"/>
            <a:ext cx="10515600" cy="5767387"/>
          </a:xfrm>
          <a:ln/>
        </p:spPr>
        <p:txBody>
          <a:bodyPr vert="horz" wrap="square" lIns="91440" tIns="45720" rIns="91440" bIns="45720" anchor="t" anchorCtr="0"/>
          <a:p>
            <a:pPr marL="0" indent="0" eaLnBrk="1" hangingPunct="1">
              <a:buFont typeface="Arial" panose="020B0604020202020204" pitchFamily="34" charset="0"/>
              <a:buNone/>
            </a:pPr>
            <a:r>
              <a:rPr lang="tr-TR" altLang="en-US" b="1" kern="1200" dirty="0">
                <a:latin typeface="+mn-lt"/>
                <a:ea typeface="SimSun" panose="02010600030101010101" pitchFamily="2" charset="-122"/>
                <a:cs typeface="+mn-cs"/>
              </a:rPr>
              <a:t>Tüketicinin Korunması Hakkında Kanun’da Mesafeli Sözleşmeler</a:t>
            </a:r>
            <a:endParaRPr lang="tr-TR" altLang="en-US" b="1"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b="1"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Mesafeli sözleşme (TKHK m.28/1), satıcı veya sağlayıcı ile tüketicinin eş zamanlı fiziksel varlığı olmaksızın, mal veya hizmetlerin uzaktan pazarlanmasına yönelik olarak oluşturulmuş bir sistem çerçevesinde, taraflar arasında sözleşmenin kurulduğu ana kadar ve kurulduğu an da dâhil olmak üzere uzaktan iletişim araçlarının kullanılması suretiyle kurulan sözleşmelerdir.</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b="1"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Mesafeli satışlarda tüketici, satın aldığı mal ya da hizmeti kontrol etme imkânına sahip değildir. Bu nedenle görmediği ya da sadece görsellerini gördüğü bir mal ya da hizmeti şartsız bir şekilde almaktan vazgeçebilir, yani cayabilir. Kanun, tüketiciye hiçbir gerekçe göstermeksizin </a:t>
            </a:r>
            <a:r>
              <a:rPr lang="tr-TR" altLang="en-US" b="1" kern="1200" dirty="0">
                <a:latin typeface="+mn-lt"/>
                <a:ea typeface="SimSun" panose="02010600030101010101" pitchFamily="2" charset="-122"/>
                <a:cs typeface="+mn-cs"/>
              </a:rPr>
              <a:t>14</a:t>
            </a:r>
            <a:r>
              <a:rPr lang="tr-TR" altLang="en-US" kern="1200" dirty="0">
                <a:latin typeface="+mn-lt"/>
                <a:ea typeface="SimSun" panose="02010600030101010101" pitchFamily="2" charset="-122"/>
                <a:cs typeface="+mn-cs"/>
              </a:rPr>
              <a:t> günlük bir cayma hakkı tanımıştır </a:t>
            </a:r>
            <a:endParaRPr lang="tr-TR" altLang="en-US" b="1"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b="1"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b="1"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41987"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Sözleşmeler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41988" name="Content Placeholder 2"/>
          <p:cNvSpPr>
            <a:spLocks noGrp="1"/>
          </p:cNvSpPr>
          <p:nvPr>
            <p:ph idx="1" hasCustomPrompt="1"/>
          </p:nvPr>
        </p:nvSpPr>
        <p:spPr>
          <a:xfrm>
            <a:off x="552450" y="719138"/>
            <a:ext cx="10515600" cy="5767387"/>
          </a:xfrm>
        </p:spPr>
        <p:txBody>
          <a:bodyPr vert="horz" wrap="square" lIns="91440" tIns="45720" rIns="91440" bIns="45720" anchor="t" anchorCtr="0"/>
          <a:p>
            <a:pPr marL="0" indent="0" eaLnBrk="1" hangingPunct="1">
              <a:buFont typeface="Arial" panose="020B0604020202020204" pitchFamily="34" charset="0"/>
              <a:buNone/>
            </a:pPr>
            <a:r>
              <a:rPr lang="tr-TR" altLang="en-US" b="1" kern="1200" dirty="0">
                <a:latin typeface="+mn-lt"/>
                <a:ea typeface="SimSun" panose="02010600030101010101" pitchFamily="2" charset="-122"/>
                <a:cs typeface="+mn-cs"/>
              </a:rPr>
              <a:t>Tüketicinin Korunması Hakkında Kanun’da Mesafeli Sözleşmeler</a:t>
            </a:r>
            <a:endParaRPr lang="tr-TR" altLang="en-US" b="1"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kern="1200" dirty="0">
                <a:latin typeface="+mn-lt"/>
                <a:ea typeface="SimSun" panose="02010600030101010101" pitchFamily="2" charset="-122"/>
                <a:cs typeface="+mn-cs"/>
              </a:rPr>
              <a:t>T</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keticinin 14 g</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nl</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k bu cayma hakk</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kural</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n</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n baz</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istisnalar</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bulunmaktad</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r. (</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rn: hijyenik </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r</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nler, ki</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iye </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zel </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retilen mallar, </a:t>
            </a:r>
            <a:r>
              <a:rPr lang="" altLang="en-US" kern="1200" dirty="0">
                <a:latin typeface="+mn-lt"/>
                <a:ea typeface="SimSun" panose="02010600030101010101" pitchFamily="2" charset="-122"/>
                <a:cs typeface="+mn-cs"/>
              </a:rPr>
              <a:t>ç</a:t>
            </a:r>
            <a:r>
              <a:rPr lang="en-US" altLang="tr-TR" kern="1200" dirty="0">
                <a:latin typeface="+mn-lt"/>
                <a:ea typeface="SimSun" panose="02010600030101010101" pitchFamily="2" charset="-122"/>
                <a:cs typeface="+mn-cs"/>
              </a:rPr>
              <a:t>abuk bozulan g</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dalar vb.)</a:t>
            </a:r>
            <a:endParaRPr lang="en-US" altLang="tr-TR"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kern="1200" dirty="0">
                <a:latin typeface="+mn-lt"/>
                <a:ea typeface="SimSun" panose="02010600030101010101" pitchFamily="2" charset="-122"/>
                <a:cs typeface="+mn-cs"/>
              </a:rPr>
              <a:t>2024 y</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l</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nda yap</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lan bir d</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zenlemeyle, 1 Ocak 2025'ten itibaren ge</a:t>
            </a:r>
            <a:r>
              <a:rPr lang="" altLang="en-US" kern="1200" dirty="0">
                <a:latin typeface="+mn-lt"/>
                <a:ea typeface="SimSun" panose="02010600030101010101" pitchFamily="2" charset="-122"/>
                <a:cs typeface="+mn-cs"/>
              </a:rPr>
              <a:t>ç</a:t>
            </a:r>
            <a:r>
              <a:rPr lang="en-US" altLang="tr-TR" kern="1200" dirty="0">
                <a:latin typeface="+mn-lt"/>
                <a:ea typeface="SimSun" panose="02010600030101010101" pitchFamily="2" charset="-122"/>
                <a:cs typeface="+mn-cs"/>
              </a:rPr>
              <a:t>erli olmak </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zere cep telefonu, ak</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ll</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saat, tablet ve bilgisayar gibi elektronik cihazlar</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n da bu istisnalara dahil edilmesi (yani iade hakk</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n</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n kald</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r</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lmas</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planlanm</a:t>
            </a:r>
            <a:r>
              <a:rPr lang="" altLang="en-US" kern="1200" dirty="0">
                <a:latin typeface="+mn-lt"/>
                <a:ea typeface="SimSun" panose="02010600030101010101" pitchFamily="2" charset="-122"/>
                <a:cs typeface="+mn-cs"/>
              </a:rPr>
              <a:t>ış</a:t>
            </a:r>
            <a:r>
              <a:rPr lang="en-US" altLang="tr-TR" kern="1200" dirty="0">
                <a:latin typeface="+mn-lt"/>
                <a:ea typeface="SimSun" panose="02010600030101010101" pitchFamily="2" charset="-122"/>
                <a:cs typeface="+mn-cs"/>
              </a:rPr>
              <a:t>t</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a:t>
            </a:r>
            <a:endParaRPr lang="en-US" altLang="tr-TR"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kern="1200" dirty="0">
                <a:latin typeface="+mn-lt"/>
                <a:ea typeface="SimSun" panose="02010600030101010101" pitchFamily="2" charset="-122"/>
                <a:cs typeface="+mn-cs"/>
              </a:rPr>
              <a:t>Ancak, bu kural daha y</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r</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rl</a:t>
            </a:r>
            <a:r>
              <a:rPr lang="en-US" altLang="en-US" kern="1200" dirty="0">
                <a:latin typeface="+mn-lt"/>
                <a:ea typeface="SimSun" panose="02010600030101010101" pitchFamily="2" charset="-122"/>
                <a:cs typeface="+mn-cs"/>
              </a:rPr>
              <a:t>ü</a:t>
            </a:r>
            <a:r>
              <a:rPr lang="" altLang="en-US" kern="1200" dirty="0">
                <a:latin typeface="+mn-lt"/>
                <a:ea typeface="SimSun" panose="02010600030101010101" pitchFamily="2" charset="-122"/>
                <a:cs typeface="+mn-cs"/>
              </a:rPr>
              <a:t>ğ</a:t>
            </a:r>
            <a:r>
              <a:rPr lang="en-US" altLang="tr-TR" kern="1200" dirty="0">
                <a:latin typeface="+mn-lt"/>
                <a:ea typeface="SimSun" panose="02010600030101010101" pitchFamily="2" charset="-122"/>
                <a:cs typeface="+mn-cs"/>
              </a:rPr>
              <a:t>e giremeden, 24 May</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s 2025 tarihli yeni bir Y</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netmelik ile iptal edildi. Bu iptal karar</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n</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n 1 Ocak 2026'da y</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r</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rl</a:t>
            </a:r>
            <a:r>
              <a:rPr lang="en-US" altLang="en-US" kern="1200" dirty="0">
                <a:latin typeface="+mn-lt"/>
                <a:ea typeface="SimSun" panose="02010600030101010101" pitchFamily="2" charset="-122"/>
                <a:cs typeface="+mn-cs"/>
              </a:rPr>
              <a:t>ü</a:t>
            </a:r>
            <a:r>
              <a:rPr lang="" altLang="en-US" kern="1200" dirty="0">
                <a:latin typeface="+mn-lt"/>
                <a:ea typeface="SimSun" panose="02010600030101010101" pitchFamily="2" charset="-122"/>
                <a:cs typeface="+mn-cs"/>
              </a:rPr>
              <a:t>ğ</a:t>
            </a:r>
            <a:r>
              <a:rPr lang="en-US" altLang="tr-TR" kern="1200" dirty="0">
                <a:latin typeface="+mn-lt"/>
                <a:ea typeface="SimSun" panose="02010600030101010101" pitchFamily="2" charset="-122"/>
                <a:cs typeface="+mn-cs"/>
              </a:rPr>
              <a:t>e girmesiyle birlikte, elektronik cihazlar i</a:t>
            </a:r>
            <a:r>
              <a:rPr lang="" altLang="en-US" kern="1200" dirty="0">
                <a:latin typeface="+mn-lt"/>
                <a:ea typeface="SimSun" panose="02010600030101010101" pitchFamily="2" charset="-122"/>
                <a:cs typeface="+mn-cs"/>
              </a:rPr>
              <a:t>ç</a:t>
            </a:r>
            <a:r>
              <a:rPr lang="en-US" altLang="tr-TR" kern="1200" dirty="0">
                <a:latin typeface="+mn-lt"/>
                <a:ea typeface="SimSun" panose="02010600030101010101" pitchFamily="2" charset="-122"/>
                <a:cs typeface="+mn-cs"/>
              </a:rPr>
              <a:t>in cayma hakk</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korunmu</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 oldu ve iade yasa</a:t>
            </a:r>
            <a:r>
              <a:rPr lang="" altLang="en-US" kern="1200" dirty="0">
                <a:latin typeface="+mn-lt"/>
                <a:ea typeface="SimSun" panose="02010600030101010101" pitchFamily="2" charset="-122"/>
                <a:cs typeface="+mn-cs"/>
              </a:rPr>
              <a:t>ğı</a:t>
            </a:r>
            <a:r>
              <a:rPr lang="en-US" altLang="tr-TR" kern="1200" dirty="0">
                <a:latin typeface="+mn-lt"/>
                <a:ea typeface="SimSun" panose="02010600030101010101" pitchFamily="2" charset="-122"/>
                <a:cs typeface="+mn-cs"/>
              </a:rPr>
              <a:t> plan</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tamamen ortadan kalkt</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Dolay</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s</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yla, t</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keticilerin bu </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r</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nlerdeki 14 g</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nl</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k cayma hakk</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devam etmektedir."</a:t>
            </a:r>
            <a:endParaRPr lang="en-US" altLang="tr-TR"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b="1"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41987"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Sözleşmeler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41988" name="Content Placeholder 2"/>
          <p:cNvSpPr>
            <a:spLocks noGrp="1"/>
          </p:cNvSpPr>
          <p:nvPr>
            <p:ph idx="1" hasCustomPrompt="1"/>
          </p:nvPr>
        </p:nvSpPr>
        <p:spPr>
          <a:xfrm>
            <a:off x="552450" y="719138"/>
            <a:ext cx="10515600" cy="5767387"/>
          </a:xfrm>
        </p:spPr>
        <p:txBody>
          <a:bodyPr vert="horz" wrap="square" lIns="91440" tIns="45720" rIns="91440" bIns="45720" anchor="t" anchorCtr="0"/>
          <a:p>
            <a:pPr marL="0" indent="0" eaLnBrk="1" hangingPunct="1">
              <a:buFont typeface="Arial" panose="020B0604020202020204" pitchFamily="34" charset="0"/>
              <a:buNone/>
            </a:pPr>
            <a:r>
              <a:rPr lang="en-US" altLang="tr-TR" b="1" kern="1200" dirty="0">
                <a:latin typeface="+mn-lt"/>
                <a:ea typeface="SimSun" panose="02010600030101010101" pitchFamily="2" charset="-122"/>
                <a:cs typeface="+mn-cs"/>
              </a:rPr>
              <a:t>Mesafeli S</a:t>
            </a:r>
            <a:r>
              <a:rPr lang="en-US" altLang="en-US" b="1" kern="1200" dirty="0">
                <a:latin typeface="+mn-lt"/>
                <a:ea typeface="SimSun" panose="02010600030101010101" pitchFamily="2" charset="-122"/>
                <a:cs typeface="+mn-cs"/>
              </a:rPr>
              <a:t>ö</a:t>
            </a:r>
            <a:r>
              <a:rPr lang="en-US" altLang="tr-TR" b="1" kern="1200" dirty="0">
                <a:latin typeface="+mn-lt"/>
                <a:ea typeface="SimSun" panose="02010600030101010101" pitchFamily="2" charset="-122"/>
                <a:cs typeface="+mn-cs"/>
              </a:rPr>
              <a:t>zle</a:t>
            </a:r>
            <a:r>
              <a:rPr lang="" altLang="en-US" b="1" kern="1200" dirty="0">
                <a:latin typeface="+mn-lt"/>
                <a:ea typeface="SimSun" panose="02010600030101010101" pitchFamily="2" charset="-122"/>
                <a:cs typeface="+mn-cs"/>
              </a:rPr>
              <a:t>ş</a:t>
            </a:r>
            <a:r>
              <a:rPr lang="en-US" altLang="tr-TR" b="1" kern="1200" dirty="0">
                <a:latin typeface="+mn-lt"/>
                <a:ea typeface="SimSun" panose="02010600030101010101" pitchFamily="2" charset="-122"/>
                <a:cs typeface="+mn-cs"/>
              </a:rPr>
              <a:t>melerde Genel </a:t>
            </a:r>
            <a:r>
              <a:rPr lang="" altLang="en-US" b="1" kern="1200" dirty="0">
                <a:latin typeface="+mn-lt"/>
                <a:ea typeface="SimSun" panose="02010600030101010101" pitchFamily="2" charset="-122"/>
                <a:cs typeface="+mn-cs"/>
              </a:rPr>
              <a:t>İş</a:t>
            </a:r>
            <a:r>
              <a:rPr lang="en-US" altLang="tr-TR" b="1" kern="1200" dirty="0">
                <a:latin typeface="+mn-lt"/>
                <a:ea typeface="SimSun" panose="02010600030101010101" pitchFamily="2" charset="-122"/>
                <a:cs typeface="+mn-cs"/>
              </a:rPr>
              <a:t>lem Ko</a:t>
            </a:r>
            <a:r>
              <a:rPr lang="" altLang="en-US" b="1" kern="1200" dirty="0">
                <a:latin typeface="+mn-lt"/>
                <a:ea typeface="SimSun" panose="02010600030101010101" pitchFamily="2" charset="-122"/>
                <a:cs typeface="+mn-cs"/>
              </a:rPr>
              <a:t>ş</a:t>
            </a:r>
            <a:r>
              <a:rPr lang="en-US" altLang="tr-TR" b="1" kern="1200" dirty="0">
                <a:latin typeface="+mn-lt"/>
                <a:ea typeface="SimSun" panose="02010600030101010101" pitchFamily="2" charset="-122"/>
                <a:cs typeface="+mn-cs"/>
              </a:rPr>
              <a:t>ullar</a:t>
            </a:r>
            <a:r>
              <a:rPr lang="" altLang="en-US" b="1" kern="1200" dirty="0">
                <a:latin typeface="+mn-lt"/>
                <a:ea typeface="SimSun" panose="02010600030101010101" pitchFamily="2" charset="-122"/>
                <a:cs typeface="+mn-cs"/>
              </a:rPr>
              <a:t>ı</a:t>
            </a:r>
            <a:r>
              <a:rPr lang="en-US" altLang="tr-TR" b="1" kern="1200" dirty="0">
                <a:latin typeface="+mn-lt"/>
                <a:ea typeface="SimSun" panose="02010600030101010101" pitchFamily="2" charset="-122"/>
                <a:cs typeface="+mn-cs"/>
              </a:rPr>
              <a:t> ve Haks</a:t>
            </a:r>
            <a:r>
              <a:rPr lang="" altLang="en-US" b="1" kern="1200" dirty="0">
                <a:latin typeface="+mn-lt"/>
                <a:ea typeface="SimSun" panose="02010600030101010101" pitchFamily="2" charset="-122"/>
                <a:cs typeface="+mn-cs"/>
              </a:rPr>
              <a:t>ı</a:t>
            </a:r>
            <a:r>
              <a:rPr lang="en-US" altLang="tr-TR" b="1" kern="1200" dirty="0">
                <a:latin typeface="+mn-lt"/>
                <a:ea typeface="SimSun" panose="02010600030101010101" pitchFamily="2" charset="-122"/>
                <a:cs typeface="+mn-cs"/>
              </a:rPr>
              <a:t>z </a:t>
            </a:r>
            <a:r>
              <a:rPr lang="" altLang="en-US" b="1" kern="1200" dirty="0">
                <a:latin typeface="+mn-lt"/>
                <a:ea typeface="SimSun" panose="02010600030101010101" pitchFamily="2" charset="-122"/>
                <a:cs typeface="+mn-cs"/>
              </a:rPr>
              <a:t>Ş</a:t>
            </a:r>
            <a:r>
              <a:rPr lang="en-US" altLang="tr-TR" b="1" kern="1200" dirty="0">
                <a:latin typeface="+mn-lt"/>
                <a:ea typeface="SimSun" panose="02010600030101010101" pitchFamily="2" charset="-122"/>
                <a:cs typeface="+mn-cs"/>
              </a:rPr>
              <a:t>artlar</a:t>
            </a:r>
            <a:endParaRPr lang="en-US" altLang="tr-TR" b="1"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 altLang="en-US" kern="1200" dirty="0">
                <a:latin typeface="+mn-lt"/>
                <a:ea typeface="SimSun" panose="02010600030101010101" pitchFamily="2" charset="-122"/>
                <a:cs typeface="+mn-cs"/>
              </a:rPr>
              <a:t>İ</a:t>
            </a:r>
            <a:r>
              <a:rPr lang="en-US" altLang="tr-TR" kern="1200" dirty="0">
                <a:latin typeface="+mn-lt"/>
                <a:ea typeface="SimSun" panose="02010600030101010101" pitchFamily="2" charset="-122"/>
                <a:cs typeface="+mn-cs"/>
              </a:rPr>
              <a:t>nternetten al</a:t>
            </a:r>
            <a:r>
              <a:rPr lang="" altLang="en-US" kern="1200" dirty="0">
                <a:latin typeface="+mn-lt"/>
                <a:ea typeface="SimSun" panose="02010600030101010101" pitchFamily="2" charset="-122"/>
                <a:cs typeface="+mn-cs"/>
              </a:rPr>
              <a:t>ış</a:t>
            </a:r>
            <a:r>
              <a:rPr lang="en-US" altLang="tr-TR" kern="1200" dirty="0">
                <a:latin typeface="+mn-lt"/>
                <a:ea typeface="SimSun" panose="02010600030101010101" pitchFamily="2" charset="-122"/>
                <a:cs typeface="+mn-cs"/>
              </a:rPr>
              <a:t>veri</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 yaparken "Okudum, kabul ediyorum" kutucu</a:t>
            </a:r>
            <a:r>
              <a:rPr lang="" altLang="en-US" kern="1200" dirty="0">
                <a:latin typeface="+mn-lt"/>
                <a:ea typeface="SimSun" panose="02010600030101010101" pitchFamily="2" charset="-122"/>
                <a:cs typeface="+mn-cs"/>
              </a:rPr>
              <a:t>ğ</a:t>
            </a:r>
            <a:r>
              <a:rPr lang="en-US" altLang="tr-TR" kern="1200" dirty="0">
                <a:latin typeface="+mn-lt"/>
                <a:ea typeface="SimSun" panose="02010600030101010101" pitchFamily="2" charset="-122"/>
                <a:cs typeface="+mn-cs"/>
              </a:rPr>
              <a:t>u ile onaylad</a:t>
            </a:r>
            <a:r>
              <a:rPr lang="" altLang="en-US" kern="1200" dirty="0">
                <a:latin typeface="+mn-lt"/>
                <a:ea typeface="SimSun" panose="02010600030101010101" pitchFamily="2" charset="-122"/>
                <a:cs typeface="+mn-cs"/>
              </a:rPr>
              <a:t>ığı</a:t>
            </a:r>
            <a:r>
              <a:rPr lang="en-US" altLang="tr-TR" kern="1200" dirty="0">
                <a:latin typeface="+mn-lt"/>
                <a:ea typeface="SimSun" panose="02010600030101010101" pitchFamily="2" charset="-122"/>
                <a:cs typeface="+mn-cs"/>
              </a:rPr>
              <a:t>m</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z upuzun "Kullan</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c</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S</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zle</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mesi" veya "Mesafeli Sat</a:t>
            </a:r>
            <a:r>
              <a:rPr lang="" altLang="en-US" kern="1200" dirty="0">
                <a:latin typeface="+mn-lt"/>
                <a:ea typeface="SimSun" panose="02010600030101010101" pitchFamily="2" charset="-122"/>
                <a:cs typeface="+mn-cs"/>
              </a:rPr>
              <a:t>ış</a:t>
            </a:r>
            <a:r>
              <a:rPr lang="en-US" altLang="tr-TR" kern="1200" dirty="0">
                <a:latin typeface="+mn-lt"/>
                <a:ea typeface="SimSun" panose="02010600030101010101" pitchFamily="2" charset="-122"/>
                <a:cs typeface="+mn-cs"/>
              </a:rPr>
              <a:t> S</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zle</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mesi" metinleri, sat</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c</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taraf</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ndan tek tarafl</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olarak haz</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rlanm</a:t>
            </a:r>
            <a:r>
              <a:rPr lang="" altLang="en-US" kern="1200" dirty="0">
                <a:latin typeface="+mn-lt"/>
                <a:ea typeface="SimSun" panose="02010600030101010101" pitchFamily="2" charset="-122"/>
                <a:cs typeface="+mn-cs"/>
              </a:rPr>
              <a:t>ış</a:t>
            </a:r>
            <a:r>
              <a:rPr lang="en-US" altLang="tr-TR" kern="1200" dirty="0">
                <a:latin typeface="+mn-lt"/>
                <a:ea typeface="SimSun" panose="02010600030101010101" pitchFamily="2" charset="-122"/>
                <a:cs typeface="+mn-cs"/>
              </a:rPr>
              <a:t> metinlerdir.</a:t>
            </a:r>
            <a:endParaRPr lang="en-US" altLang="tr-TR"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kern="1200" dirty="0">
                <a:latin typeface="+mn-lt"/>
                <a:ea typeface="SimSun" panose="02010600030101010101" pitchFamily="2" charset="-122"/>
                <a:cs typeface="+mn-cs"/>
              </a:rPr>
              <a:t>M</a:t>
            </a:r>
            <a:r>
              <a:rPr lang="en-US" altLang="en-US" kern="1200" dirty="0">
                <a:latin typeface="+mn-lt"/>
                <a:ea typeface="SimSun" panose="02010600030101010101" pitchFamily="2" charset="-122"/>
                <a:cs typeface="+mn-cs"/>
              </a:rPr>
              <a:t>ü</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terinin bu s</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zle</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me maddeleri </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zerinde (</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rne</a:t>
            </a:r>
            <a:r>
              <a:rPr lang="" altLang="en-US" kern="1200" dirty="0">
                <a:latin typeface="+mn-lt"/>
                <a:ea typeface="SimSun" panose="02010600030101010101" pitchFamily="2" charset="-122"/>
                <a:cs typeface="+mn-cs"/>
              </a:rPr>
              <a:t>ğ</a:t>
            </a:r>
            <a:r>
              <a:rPr lang="en-US" altLang="tr-TR" kern="1200" dirty="0">
                <a:latin typeface="+mn-lt"/>
                <a:ea typeface="SimSun" panose="02010600030101010101" pitchFamily="2" charset="-122"/>
                <a:cs typeface="+mn-cs"/>
              </a:rPr>
              <a:t>in bir d</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kkandaki pazarl</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k gibi) m</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zakere etme </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ans</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yoktur.</a:t>
            </a:r>
            <a:endParaRPr lang="en-US" altLang="tr-TR"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kern="1200" dirty="0">
                <a:latin typeface="+mn-lt"/>
                <a:ea typeface="SimSun" panose="02010600030101010101" pitchFamily="2" charset="-122"/>
                <a:cs typeface="+mn-cs"/>
              </a:rPr>
              <a:t>Bu t</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r tek tarafl</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ve m</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zakereye kapal</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s</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zle</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melere hukukta "Genel </a:t>
            </a:r>
            <a:r>
              <a:rPr lang="" altLang="en-US" kern="1200" dirty="0">
                <a:latin typeface="+mn-lt"/>
                <a:ea typeface="SimSun" panose="02010600030101010101" pitchFamily="2" charset="-122"/>
                <a:cs typeface="+mn-cs"/>
              </a:rPr>
              <a:t>İş</a:t>
            </a:r>
            <a:r>
              <a:rPr lang="en-US" altLang="tr-TR" kern="1200" dirty="0">
                <a:latin typeface="+mn-lt"/>
                <a:ea typeface="SimSun" panose="02010600030101010101" pitchFamily="2" charset="-122"/>
                <a:cs typeface="+mn-cs"/>
              </a:rPr>
              <a:t>lem Ko</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ullar</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(G</a:t>
            </a:r>
            <a:r>
              <a:rPr lang="" altLang="en-US" kern="1200" dirty="0">
                <a:latin typeface="+mn-lt"/>
                <a:ea typeface="SimSun" panose="02010600030101010101" pitchFamily="2" charset="-122"/>
                <a:cs typeface="+mn-cs"/>
              </a:rPr>
              <a:t>İ</a:t>
            </a:r>
            <a:r>
              <a:rPr lang="en-US" altLang="tr-TR" kern="1200" dirty="0">
                <a:latin typeface="+mn-lt"/>
                <a:ea typeface="SimSun" panose="02010600030101010101" pitchFamily="2" charset="-122"/>
                <a:cs typeface="+mn-cs"/>
              </a:rPr>
              <a:t>T)" denir.</a:t>
            </a:r>
            <a:endParaRPr lang="en-US" altLang="tr-TR"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kern="1200" dirty="0">
                <a:latin typeface="+mn-lt"/>
                <a:ea typeface="SimSun" panose="02010600030101010101" pitchFamily="2" charset="-122"/>
                <a:cs typeface="+mn-cs"/>
              </a:rPr>
              <a:t>Hem Bor</a:t>
            </a:r>
            <a:r>
              <a:rPr lang="" altLang="en-US" kern="1200" dirty="0">
                <a:latin typeface="+mn-lt"/>
                <a:ea typeface="SimSun" panose="02010600030101010101" pitchFamily="2" charset="-122"/>
                <a:cs typeface="+mn-cs"/>
              </a:rPr>
              <a:t>ç</a:t>
            </a:r>
            <a:r>
              <a:rPr lang="en-US" altLang="tr-TR" kern="1200" dirty="0">
                <a:latin typeface="+mn-lt"/>
                <a:ea typeface="SimSun" panose="02010600030101010101" pitchFamily="2" charset="-122"/>
                <a:cs typeface="+mn-cs"/>
              </a:rPr>
              <a:t>lar Kanunu hem de T</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keticinin Korunmas</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Hakk</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nda Kanun, bu s</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zle</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melerde t</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keticinin zay</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f taraf oldu</a:t>
            </a:r>
            <a:r>
              <a:rPr lang="" altLang="en-US" kern="1200" dirty="0">
                <a:latin typeface="+mn-lt"/>
                <a:ea typeface="SimSun" panose="02010600030101010101" pitchFamily="2" charset="-122"/>
                <a:cs typeface="+mn-cs"/>
              </a:rPr>
              <a:t>ğ</a:t>
            </a:r>
            <a:r>
              <a:rPr lang="en-US" altLang="tr-TR" kern="1200" dirty="0">
                <a:latin typeface="+mn-lt"/>
                <a:ea typeface="SimSun" panose="02010600030101010101" pitchFamily="2" charset="-122"/>
                <a:cs typeface="+mn-cs"/>
              </a:rPr>
              <a:t>unu kabul eder ve onu korur.</a:t>
            </a:r>
            <a:endParaRPr lang="en-US" altLang="tr-TR"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41987"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Sözleşmeler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41988" name="Content Placeholder 2"/>
          <p:cNvSpPr>
            <a:spLocks noGrp="1"/>
          </p:cNvSpPr>
          <p:nvPr>
            <p:ph idx="1" hasCustomPrompt="1"/>
          </p:nvPr>
        </p:nvSpPr>
        <p:spPr>
          <a:xfrm>
            <a:off x="552450" y="719138"/>
            <a:ext cx="10515600" cy="5767387"/>
          </a:xfrm>
        </p:spPr>
        <p:txBody>
          <a:bodyPr vert="horz" wrap="square" lIns="91440" tIns="45720" rIns="91440" bIns="45720" anchor="t" anchorCtr="0"/>
          <a:p>
            <a:pPr marL="0" indent="0" eaLnBrk="1" hangingPunct="1">
              <a:buFont typeface="Arial" panose="020B0604020202020204" pitchFamily="34" charset="0"/>
              <a:buNone/>
            </a:pPr>
            <a:r>
              <a:rPr lang="en-US" altLang="tr-TR" b="1" kern="1200" dirty="0">
                <a:latin typeface="+mn-lt"/>
                <a:ea typeface="SimSun" panose="02010600030101010101" pitchFamily="2" charset="-122"/>
                <a:cs typeface="+mn-cs"/>
              </a:rPr>
              <a:t>Mesafeli S</a:t>
            </a:r>
            <a:r>
              <a:rPr lang="en-US" altLang="en-US" b="1" kern="1200" dirty="0">
                <a:latin typeface="+mn-lt"/>
                <a:ea typeface="SimSun" panose="02010600030101010101" pitchFamily="2" charset="-122"/>
                <a:cs typeface="+mn-cs"/>
              </a:rPr>
              <a:t>ö</a:t>
            </a:r>
            <a:r>
              <a:rPr lang="en-US" altLang="tr-TR" b="1" kern="1200" dirty="0">
                <a:latin typeface="+mn-lt"/>
                <a:ea typeface="SimSun" panose="02010600030101010101" pitchFamily="2" charset="-122"/>
                <a:cs typeface="+mn-cs"/>
              </a:rPr>
              <a:t>zle</a:t>
            </a:r>
            <a:r>
              <a:rPr lang="en-US" altLang="en-US" b="1" kern="1200" dirty="0">
                <a:latin typeface="+mn-lt"/>
                <a:ea typeface="SimSun" panose="02010600030101010101" pitchFamily="2" charset="-122"/>
                <a:cs typeface="+mn-cs"/>
              </a:rPr>
              <a:t>ş</a:t>
            </a:r>
            <a:r>
              <a:rPr lang="en-US" altLang="tr-TR" b="1" kern="1200" dirty="0">
                <a:latin typeface="+mn-lt"/>
                <a:ea typeface="SimSun" panose="02010600030101010101" pitchFamily="2" charset="-122"/>
                <a:cs typeface="+mn-cs"/>
              </a:rPr>
              <a:t>melerde Genel </a:t>
            </a:r>
            <a:r>
              <a:rPr lang="en-US" altLang="en-US" b="1" kern="1200" dirty="0">
                <a:latin typeface="+mn-lt"/>
                <a:ea typeface="SimSun" panose="02010600030101010101" pitchFamily="2" charset="-122"/>
                <a:cs typeface="+mn-cs"/>
              </a:rPr>
              <a:t>İş</a:t>
            </a:r>
            <a:r>
              <a:rPr lang="en-US" altLang="tr-TR" b="1" kern="1200" dirty="0">
                <a:latin typeface="+mn-lt"/>
                <a:ea typeface="SimSun" panose="02010600030101010101" pitchFamily="2" charset="-122"/>
                <a:cs typeface="+mn-cs"/>
              </a:rPr>
              <a:t>lem Ko</a:t>
            </a:r>
            <a:r>
              <a:rPr lang="en-US" altLang="en-US" b="1" kern="1200" dirty="0">
                <a:latin typeface="+mn-lt"/>
                <a:ea typeface="SimSun" panose="02010600030101010101" pitchFamily="2" charset="-122"/>
                <a:cs typeface="+mn-cs"/>
              </a:rPr>
              <a:t>ş</a:t>
            </a:r>
            <a:r>
              <a:rPr lang="en-US" altLang="tr-TR" b="1" kern="1200" dirty="0">
                <a:latin typeface="+mn-lt"/>
                <a:ea typeface="SimSun" panose="02010600030101010101" pitchFamily="2" charset="-122"/>
                <a:cs typeface="+mn-cs"/>
              </a:rPr>
              <a:t>ullar</a:t>
            </a:r>
            <a:r>
              <a:rPr lang="en-US" altLang="en-US" b="1" kern="1200" dirty="0">
                <a:latin typeface="+mn-lt"/>
                <a:ea typeface="SimSun" panose="02010600030101010101" pitchFamily="2" charset="-122"/>
                <a:cs typeface="+mn-cs"/>
              </a:rPr>
              <a:t>ı</a:t>
            </a:r>
            <a:r>
              <a:rPr lang="en-US" altLang="tr-TR" b="1" kern="1200" dirty="0">
                <a:latin typeface="+mn-lt"/>
                <a:ea typeface="SimSun" panose="02010600030101010101" pitchFamily="2" charset="-122"/>
                <a:cs typeface="+mn-cs"/>
              </a:rPr>
              <a:t> ve Haks</a:t>
            </a:r>
            <a:r>
              <a:rPr lang="en-US" altLang="en-US" b="1" kern="1200" dirty="0">
                <a:latin typeface="+mn-lt"/>
                <a:ea typeface="SimSun" panose="02010600030101010101" pitchFamily="2" charset="-122"/>
                <a:cs typeface="+mn-cs"/>
              </a:rPr>
              <a:t>ı</a:t>
            </a:r>
            <a:r>
              <a:rPr lang="en-US" altLang="tr-TR" b="1" kern="1200" dirty="0">
                <a:latin typeface="+mn-lt"/>
                <a:ea typeface="SimSun" panose="02010600030101010101" pitchFamily="2" charset="-122"/>
                <a:cs typeface="+mn-cs"/>
              </a:rPr>
              <a:t>z </a:t>
            </a:r>
            <a:r>
              <a:rPr lang="en-US" altLang="en-US" b="1" kern="1200" dirty="0">
                <a:latin typeface="+mn-lt"/>
                <a:ea typeface="SimSun" panose="02010600030101010101" pitchFamily="2" charset="-122"/>
                <a:cs typeface="+mn-cs"/>
              </a:rPr>
              <a:t>Ş</a:t>
            </a:r>
            <a:r>
              <a:rPr lang="en-US" altLang="tr-TR" b="1" kern="1200" dirty="0">
                <a:latin typeface="+mn-lt"/>
                <a:ea typeface="SimSun" panose="02010600030101010101" pitchFamily="2" charset="-122"/>
                <a:cs typeface="+mn-cs"/>
              </a:rPr>
              <a:t>artlar</a:t>
            </a:r>
            <a:endParaRPr lang="en-US" altLang="tr-TR" b="1"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kern="1200" dirty="0">
                <a:latin typeface="+mn-lt"/>
                <a:ea typeface="SimSun" panose="02010600030101010101" pitchFamily="2" charset="-122"/>
                <a:cs typeface="+mn-cs"/>
              </a:rPr>
              <a:t>Haks</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z </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art Yasa</a:t>
            </a:r>
            <a:r>
              <a:rPr lang="" altLang="en-US" kern="1200" dirty="0">
                <a:latin typeface="+mn-lt"/>
                <a:ea typeface="SimSun" panose="02010600030101010101" pitchFamily="2" charset="-122"/>
                <a:cs typeface="+mn-cs"/>
              </a:rPr>
              <a:t>ğı</a:t>
            </a:r>
            <a:r>
              <a:rPr lang="en-US" altLang="tr-TR" kern="1200" dirty="0">
                <a:latin typeface="+mn-lt"/>
                <a:ea typeface="SimSun" panose="02010600030101010101" pitchFamily="2" charset="-122"/>
                <a:cs typeface="+mn-cs"/>
              </a:rPr>
              <a:t>: Kanun'a g</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re, sat</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c</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bu s</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zle</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melere t</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ketici aleyhine d</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r</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stl</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k kural</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na ayk</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r</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adaletsiz ve dengesiz maddeler (Haks</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z </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artlar) koyamaz.</a:t>
            </a:r>
            <a:endParaRPr lang="en-US" altLang="tr-TR"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kern="1200" dirty="0">
                <a:latin typeface="+mn-lt"/>
                <a:ea typeface="SimSun" panose="02010600030101010101" pitchFamily="2" charset="-122"/>
                <a:cs typeface="+mn-cs"/>
              </a:rPr>
              <a:t>E</a:t>
            </a:r>
            <a:r>
              <a:rPr lang="" altLang="en-US" kern="1200" dirty="0">
                <a:latin typeface="+mn-lt"/>
                <a:ea typeface="SimSun" panose="02010600030101010101" pitchFamily="2" charset="-122"/>
                <a:cs typeface="+mn-cs"/>
              </a:rPr>
              <a:t>ğ</a:t>
            </a:r>
            <a:r>
              <a:rPr lang="en-US" altLang="tr-TR" kern="1200" dirty="0">
                <a:latin typeface="+mn-lt"/>
                <a:ea typeface="SimSun" panose="02010600030101010101" pitchFamily="2" charset="-122"/>
                <a:cs typeface="+mn-cs"/>
              </a:rPr>
              <a:t>er b</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yle bir madde konulursa, o madde t</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ketici i</a:t>
            </a:r>
            <a:r>
              <a:rPr lang="" altLang="en-US" kern="1200" dirty="0">
                <a:latin typeface="+mn-lt"/>
                <a:ea typeface="SimSun" panose="02010600030101010101" pitchFamily="2" charset="-122"/>
                <a:cs typeface="+mn-cs"/>
              </a:rPr>
              <a:t>ç</a:t>
            </a:r>
            <a:r>
              <a:rPr lang="en-US" altLang="tr-TR" kern="1200" dirty="0">
                <a:latin typeface="+mn-lt"/>
                <a:ea typeface="SimSun" panose="02010600030101010101" pitchFamily="2" charset="-122"/>
                <a:cs typeface="+mn-cs"/>
              </a:rPr>
              <a:t>in ba</a:t>
            </a:r>
            <a:r>
              <a:rPr lang="" altLang="en-US" kern="1200" dirty="0">
                <a:latin typeface="+mn-lt"/>
                <a:ea typeface="SimSun" panose="02010600030101010101" pitchFamily="2" charset="-122"/>
                <a:cs typeface="+mn-cs"/>
              </a:rPr>
              <a:t>ğ</a:t>
            </a:r>
            <a:r>
              <a:rPr lang="en-US" altLang="tr-TR" kern="1200" dirty="0">
                <a:latin typeface="+mn-lt"/>
                <a:ea typeface="SimSun" panose="02010600030101010101" pitchFamily="2" charset="-122"/>
                <a:cs typeface="+mn-cs"/>
              </a:rPr>
              <a:t>lay</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c</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olmaz ve ge</a:t>
            </a:r>
            <a:r>
              <a:rPr lang="" altLang="en-US" kern="1200" dirty="0">
                <a:latin typeface="+mn-lt"/>
                <a:ea typeface="SimSun" panose="02010600030101010101" pitchFamily="2" charset="-122"/>
                <a:cs typeface="+mn-cs"/>
              </a:rPr>
              <a:t>ç</a:t>
            </a:r>
            <a:r>
              <a:rPr lang="en-US" altLang="tr-TR" kern="1200" dirty="0">
                <a:latin typeface="+mn-lt"/>
                <a:ea typeface="SimSun" panose="02010600030101010101" pitchFamily="2" charset="-122"/>
                <a:cs typeface="+mn-cs"/>
              </a:rPr>
              <a:t>ersiz (h</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k</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ms</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z) say</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l</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r.</a:t>
            </a:r>
            <a:endParaRPr lang="en-US" altLang="tr-TR"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rnek Haks</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z </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artlar:</a:t>
            </a:r>
            <a:endParaRPr lang="en-US" altLang="tr-TR"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kern="1200" dirty="0">
                <a:latin typeface="+mn-lt"/>
                <a:ea typeface="SimSun" panose="02010600030101010101" pitchFamily="2" charset="-122"/>
                <a:cs typeface="+mn-cs"/>
              </a:rPr>
              <a:t>"Sat</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c</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diledi</a:t>
            </a:r>
            <a:r>
              <a:rPr lang="" altLang="en-US" kern="1200" dirty="0">
                <a:latin typeface="+mn-lt"/>
                <a:ea typeface="SimSun" panose="02010600030101010101" pitchFamily="2" charset="-122"/>
                <a:cs typeface="+mn-cs"/>
              </a:rPr>
              <a:t>ğ</a:t>
            </a:r>
            <a:r>
              <a:rPr lang="en-US" altLang="tr-TR" kern="1200" dirty="0">
                <a:latin typeface="+mn-lt"/>
                <a:ea typeface="SimSun" panose="02010600030101010101" pitchFamily="2" charset="-122"/>
                <a:cs typeface="+mn-cs"/>
              </a:rPr>
              <a:t>i zaman ve sebep g</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stermeksizin sipari</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i iptal etme hakk</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n</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sakl</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tutar."</a:t>
            </a:r>
            <a:endParaRPr lang="en-US" altLang="tr-TR"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kern="1200" dirty="0">
                <a:latin typeface="+mn-lt"/>
                <a:ea typeface="SimSun" panose="02010600030101010101" pitchFamily="2" charset="-122"/>
                <a:cs typeface="+mn-cs"/>
              </a:rPr>
              <a:t>"T</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ketici, 14 g</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nl</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k cayma hakk</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ndan pe</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inen feragat etmi</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tir."</a:t>
            </a:r>
            <a:endParaRPr lang="en-US" altLang="tr-TR"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kern="1200" dirty="0">
                <a:latin typeface="+mn-lt"/>
                <a:ea typeface="SimSun" panose="02010600030101010101" pitchFamily="2" charset="-122"/>
                <a:cs typeface="+mn-cs"/>
              </a:rPr>
              <a:t>"Uyu</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mazl</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k halinde sadece sat</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c</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n</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n ticari defterleri delil kabul edilir."</a:t>
            </a:r>
            <a:endParaRPr lang="en-US" altLang="tr-TR" kern="1200" dirty="0">
              <a:latin typeface="+mn-lt"/>
              <a:ea typeface="SimSun" panose="02010600030101010101" pitchFamily="2" charset="-122"/>
              <a:cs typeface="+mn-cs"/>
            </a:endParaRP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41987"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Sözleşmeler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41988" name="Content Placeholder 2"/>
          <p:cNvSpPr>
            <a:spLocks noGrp="1"/>
          </p:cNvSpPr>
          <p:nvPr>
            <p:ph idx="1" hasCustomPrompt="1"/>
          </p:nvPr>
        </p:nvSpPr>
        <p:spPr>
          <a:xfrm>
            <a:off x="552450" y="719138"/>
            <a:ext cx="10515600" cy="5767387"/>
          </a:xfrm>
        </p:spPr>
        <p:txBody>
          <a:bodyPr vert="horz" wrap="square" lIns="91440" tIns="45720" rIns="91440" bIns="45720" anchor="t" anchorCtr="0"/>
          <a:p>
            <a:pPr marL="0" indent="0" eaLnBrk="1" hangingPunct="1">
              <a:buFont typeface="Arial" panose="020B0604020202020204" pitchFamily="34" charset="0"/>
              <a:buNone/>
            </a:pPr>
            <a:r>
              <a:rPr lang="en-US" altLang="tr-TR" sz="2400" b="1" kern="1200" dirty="0">
                <a:latin typeface="+mn-lt"/>
                <a:ea typeface="SimSun" panose="02010600030101010101" pitchFamily="2" charset="-122"/>
                <a:cs typeface="+mn-cs"/>
              </a:rPr>
              <a:t>T</a:t>
            </a:r>
            <a:r>
              <a:rPr lang="en-US" altLang="en-US" sz="2400" b="1" kern="1200" dirty="0">
                <a:latin typeface="+mn-lt"/>
                <a:ea typeface="SimSun" panose="02010600030101010101" pitchFamily="2" charset="-122"/>
                <a:cs typeface="+mn-cs"/>
              </a:rPr>
              <a:t>ü</a:t>
            </a:r>
            <a:r>
              <a:rPr lang="en-US" altLang="tr-TR" sz="2400" b="1" kern="1200" dirty="0">
                <a:latin typeface="+mn-lt"/>
                <a:ea typeface="SimSun" panose="02010600030101010101" pitchFamily="2" charset="-122"/>
                <a:cs typeface="+mn-cs"/>
              </a:rPr>
              <a:t>ketici Ne Zaman Hakl</a:t>
            </a:r>
            <a:r>
              <a:rPr lang="" altLang="en-US" sz="2400" b="1" kern="1200" dirty="0">
                <a:latin typeface="+mn-lt"/>
                <a:ea typeface="SimSun" panose="02010600030101010101" pitchFamily="2" charset="-122"/>
                <a:cs typeface="+mn-cs"/>
              </a:rPr>
              <a:t>ı</a:t>
            </a:r>
            <a:r>
              <a:rPr lang="en-US" altLang="tr-TR" sz="2400" b="1" kern="1200" dirty="0">
                <a:latin typeface="+mn-lt"/>
                <a:ea typeface="SimSun" panose="02010600030101010101" pitchFamily="2" charset="-122"/>
                <a:cs typeface="+mn-cs"/>
              </a:rPr>
              <a:t>? (Ay</a:t>
            </a:r>
            <a:r>
              <a:rPr lang="" altLang="en-US" sz="2400" b="1" kern="1200" dirty="0">
                <a:latin typeface="+mn-lt"/>
                <a:ea typeface="SimSun" panose="02010600030101010101" pitchFamily="2" charset="-122"/>
                <a:cs typeface="+mn-cs"/>
              </a:rPr>
              <a:t>ı</a:t>
            </a:r>
            <a:r>
              <a:rPr lang="en-US" altLang="tr-TR" sz="2400" b="1" kern="1200" dirty="0">
                <a:latin typeface="+mn-lt"/>
                <a:ea typeface="SimSun" panose="02010600030101010101" pitchFamily="2" charset="-122"/>
                <a:cs typeface="+mn-cs"/>
              </a:rPr>
              <a:t>pl</a:t>
            </a:r>
            <a:r>
              <a:rPr lang="" altLang="en-US" sz="2400" b="1" kern="1200" dirty="0">
                <a:latin typeface="+mn-lt"/>
                <a:ea typeface="SimSun" panose="02010600030101010101" pitchFamily="2" charset="-122"/>
                <a:cs typeface="+mn-cs"/>
              </a:rPr>
              <a:t>ı</a:t>
            </a:r>
            <a:r>
              <a:rPr lang="en-US" altLang="tr-TR" sz="2400" b="1" kern="1200" dirty="0">
                <a:latin typeface="+mn-lt"/>
                <a:ea typeface="SimSun" panose="02010600030101010101" pitchFamily="2" charset="-122"/>
                <a:cs typeface="+mn-cs"/>
              </a:rPr>
              <a:t> Mal Sorumlulu</a:t>
            </a:r>
            <a:r>
              <a:rPr lang="" altLang="en-US" sz="2400" b="1" kern="1200" dirty="0">
                <a:latin typeface="+mn-lt"/>
                <a:ea typeface="SimSun" panose="02010600030101010101" pitchFamily="2" charset="-122"/>
                <a:cs typeface="+mn-cs"/>
              </a:rPr>
              <a:t>ğ</a:t>
            </a:r>
            <a:r>
              <a:rPr lang="en-US" altLang="tr-TR" sz="2400" b="1" kern="1200" dirty="0">
                <a:latin typeface="+mn-lt"/>
                <a:ea typeface="SimSun" panose="02010600030101010101" pitchFamily="2" charset="-122"/>
                <a:cs typeface="+mn-cs"/>
              </a:rPr>
              <a:t>u)</a:t>
            </a:r>
            <a:endParaRPr lang="en-US" altLang="tr-TR" sz="2400" b="1"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sz="2400" kern="1200" dirty="0">
                <a:latin typeface="+mn-lt"/>
                <a:ea typeface="SimSun" panose="02010600030101010101" pitchFamily="2" charset="-122"/>
                <a:cs typeface="+mn-cs"/>
              </a:rPr>
              <a:t>T</a:t>
            </a:r>
            <a:r>
              <a:rPr lang="en-US" altLang="en-US" sz="2400" kern="1200" dirty="0">
                <a:latin typeface="+mn-lt"/>
                <a:ea typeface="SimSun" panose="02010600030101010101" pitchFamily="2" charset="-122"/>
                <a:cs typeface="+mn-cs"/>
              </a:rPr>
              <a:t>ü</a:t>
            </a:r>
            <a:r>
              <a:rPr lang="en-US" altLang="tr-TR" sz="2400" kern="1200" dirty="0">
                <a:latin typeface="+mn-lt"/>
                <a:ea typeface="SimSun" panose="02010600030101010101" pitchFamily="2" charset="-122"/>
                <a:cs typeface="+mn-cs"/>
              </a:rPr>
              <a:t>ketici Hakem Heyeti'ne gitmenin en yayg</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n nedeni "ay</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pl</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 mal"d</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r. Bu hak, 14 g</a:t>
            </a:r>
            <a:r>
              <a:rPr lang="en-US" altLang="en-US" sz="2400" kern="1200" dirty="0">
                <a:latin typeface="+mn-lt"/>
                <a:ea typeface="SimSun" panose="02010600030101010101" pitchFamily="2" charset="-122"/>
                <a:cs typeface="+mn-cs"/>
              </a:rPr>
              <a:t>ü</a:t>
            </a:r>
            <a:r>
              <a:rPr lang="en-US" altLang="tr-TR" sz="2400" kern="1200" dirty="0">
                <a:latin typeface="+mn-lt"/>
                <a:ea typeface="SimSun" panose="02010600030101010101" pitchFamily="2" charset="-122"/>
                <a:cs typeface="+mn-cs"/>
              </a:rPr>
              <a:t>nl</a:t>
            </a:r>
            <a:r>
              <a:rPr lang="en-US" altLang="en-US" sz="2400" kern="1200" dirty="0">
                <a:latin typeface="+mn-lt"/>
                <a:ea typeface="SimSun" panose="02010600030101010101" pitchFamily="2" charset="-122"/>
                <a:cs typeface="+mn-cs"/>
              </a:rPr>
              <a:t>ü</a:t>
            </a:r>
            <a:r>
              <a:rPr lang="en-US" altLang="tr-TR" sz="2400" kern="1200" dirty="0">
                <a:latin typeface="+mn-lt"/>
                <a:ea typeface="SimSun" panose="02010600030101010101" pitchFamily="2" charset="-122"/>
                <a:cs typeface="+mn-cs"/>
              </a:rPr>
              <a:t>k sebepsiz cayma hakk</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ndan tamamen farkl</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d</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r ve 2 y</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l boyunca ge</a:t>
            </a:r>
            <a:r>
              <a:rPr lang="" altLang="en-US" sz="2400" kern="1200" dirty="0">
                <a:latin typeface="+mn-lt"/>
                <a:ea typeface="SimSun" panose="02010600030101010101" pitchFamily="2" charset="-122"/>
                <a:cs typeface="+mn-cs"/>
              </a:rPr>
              <a:t>ç</a:t>
            </a:r>
            <a:r>
              <a:rPr lang="en-US" altLang="tr-TR" sz="2400" kern="1200" dirty="0">
                <a:latin typeface="+mn-lt"/>
                <a:ea typeface="SimSun" panose="02010600030101010101" pitchFamily="2" charset="-122"/>
                <a:cs typeface="+mn-cs"/>
              </a:rPr>
              <a:t>erlidir.</a:t>
            </a:r>
            <a:endParaRPr lang="en-US" altLang="tr-TR" sz="2400"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sz="2400" kern="1200" dirty="0">
                <a:latin typeface="+mn-lt"/>
                <a:ea typeface="SimSun" panose="02010600030101010101" pitchFamily="2" charset="-122"/>
                <a:cs typeface="+mn-cs"/>
              </a:rPr>
              <a:t>Ay</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pl</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 Mal Nedir? Sat</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n al</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nan </a:t>
            </a:r>
            <a:r>
              <a:rPr lang="en-US" altLang="en-US" sz="2400" kern="1200" dirty="0">
                <a:latin typeface="+mn-lt"/>
                <a:ea typeface="SimSun" panose="02010600030101010101" pitchFamily="2" charset="-122"/>
                <a:cs typeface="+mn-cs"/>
              </a:rPr>
              <a:t>ü</a:t>
            </a:r>
            <a:r>
              <a:rPr lang="en-US" altLang="tr-TR" sz="2400" kern="1200" dirty="0">
                <a:latin typeface="+mn-lt"/>
                <a:ea typeface="SimSun" panose="02010600030101010101" pitchFamily="2" charset="-122"/>
                <a:cs typeface="+mn-cs"/>
              </a:rPr>
              <a:t>r</a:t>
            </a:r>
            <a:r>
              <a:rPr lang="en-US" altLang="en-US" sz="2400" kern="1200" dirty="0">
                <a:latin typeface="+mn-lt"/>
                <a:ea typeface="SimSun" panose="02010600030101010101" pitchFamily="2" charset="-122"/>
                <a:cs typeface="+mn-cs"/>
              </a:rPr>
              <a:t>ü</a:t>
            </a:r>
            <a:r>
              <a:rPr lang="en-US" altLang="tr-TR" sz="2400" kern="1200" dirty="0">
                <a:latin typeface="+mn-lt"/>
                <a:ea typeface="SimSun" panose="02010600030101010101" pitchFamily="2" charset="-122"/>
                <a:cs typeface="+mn-cs"/>
              </a:rPr>
              <a:t>n</a:t>
            </a:r>
            <a:r>
              <a:rPr lang="en-US" altLang="en-US" sz="2400" kern="1200" dirty="0">
                <a:latin typeface="+mn-lt"/>
                <a:ea typeface="SimSun" panose="02010600030101010101" pitchFamily="2" charset="-122"/>
                <a:cs typeface="+mn-cs"/>
              </a:rPr>
              <a:t>ü</a:t>
            </a:r>
            <a:r>
              <a:rPr lang="en-US" altLang="tr-TR" sz="2400" kern="1200" dirty="0">
                <a:latin typeface="+mn-lt"/>
                <a:ea typeface="SimSun" panose="02010600030101010101" pitchFamily="2" charset="-122"/>
                <a:cs typeface="+mn-cs"/>
              </a:rPr>
              <a:t>n:</a:t>
            </a:r>
            <a:endParaRPr lang="en-US" altLang="tr-TR" sz="2400"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sz="2400" kern="1200" dirty="0">
                <a:latin typeface="+mn-lt"/>
                <a:ea typeface="SimSun" panose="02010600030101010101" pitchFamily="2" charset="-122"/>
                <a:cs typeface="+mn-cs"/>
              </a:rPr>
              <a:t>Size vaat edilen (reklam</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 yap</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lan) </a:t>
            </a:r>
            <a:r>
              <a:rPr lang="en-US" altLang="en-US" sz="2400" kern="1200" dirty="0">
                <a:latin typeface="+mn-lt"/>
                <a:ea typeface="SimSun" panose="02010600030101010101" pitchFamily="2" charset="-122"/>
                <a:cs typeface="+mn-cs"/>
              </a:rPr>
              <a:t>ö</a:t>
            </a:r>
            <a:r>
              <a:rPr lang="en-US" altLang="tr-TR" sz="2400" kern="1200" dirty="0">
                <a:latin typeface="+mn-lt"/>
                <a:ea typeface="SimSun" panose="02010600030101010101" pitchFamily="2" charset="-122"/>
                <a:cs typeface="+mn-cs"/>
              </a:rPr>
              <a:t>zellikleri ta</a:t>
            </a:r>
            <a:r>
              <a:rPr lang="" altLang="en-US" sz="2400" kern="1200" dirty="0">
                <a:latin typeface="+mn-lt"/>
                <a:ea typeface="SimSun" panose="02010600030101010101" pitchFamily="2" charset="-122"/>
                <a:cs typeface="+mn-cs"/>
              </a:rPr>
              <a:t>şı</a:t>
            </a:r>
            <a:r>
              <a:rPr lang="en-US" altLang="tr-TR" sz="2400" kern="1200" dirty="0">
                <a:latin typeface="+mn-lt"/>
                <a:ea typeface="SimSun" panose="02010600030101010101" pitchFamily="2" charset="-122"/>
                <a:cs typeface="+mn-cs"/>
              </a:rPr>
              <a:t>mamas</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 (</a:t>
            </a:r>
            <a:r>
              <a:rPr lang="en-US" altLang="en-US" sz="2400" kern="1200" dirty="0">
                <a:latin typeface="+mn-lt"/>
                <a:ea typeface="SimSun" panose="02010600030101010101" pitchFamily="2" charset="-122"/>
                <a:cs typeface="+mn-cs"/>
              </a:rPr>
              <a:t>Ö</a:t>
            </a:r>
            <a:r>
              <a:rPr lang="en-US" altLang="tr-TR" sz="2400" kern="1200" dirty="0">
                <a:latin typeface="+mn-lt"/>
                <a:ea typeface="SimSun" panose="02010600030101010101" pitchFamily="2" charset="-122"/>
                <a:cs typeface="+mn-cs"/>
              </a:rPr>
              <a:t>rn: "Su ge</a:t>
            </a:r>
            <a:r>
              <a:rPr lang="" altLang="en-US" sz="2400" kern="1200" dirty="0">
                <a:latin typeface="+mn-lt"/>
                <a:ea typeface="SimSun" panose="02010600030101010101" pitchFamily="2" charset="-122"/>
                <a:cs typeface="+mn-cs"/>
              </a:rPr>
              <a:t>ç</a:t>
            </a:r>
            <a:r>
              <a:rPr lang="en-US" altLang="tr-TR" sz="2400" kern="1200" dirty="0">
                <a:latin typeface="+mn-lt"/>
                <a:ea typeface="SimSun" panose="02010600030101010101" pitchFamily="2" charset="-122"/>
                <a:cs typeface="+mn-cs"/>
              </a:rPr>
              <a:t>irmez" denip su ge</a:t>
            </a:r>
            <a:r>
              <a:rPr lang="" altLang="en-US" sz="2400" kern="1200" dirty="0">
                <a:latin typeface="+mn-lt"/>
                <a:ea typeface="SimSun" panose="02010600030101010101" pitchFamily="2" charset="-122"/>
                <a:cs typeface="+mn-cs"/>
              </a:rPr>
              <a:t>ç</a:t>
            </a:r>
            <a:r>
              <a:rPr lang="en-US" altLang="tr-TR" sz="2400" kern="1200" dirty="0">
                <a:latin typeface="+mn-lt"/>
                <a:ea typeface="SimSun" panose="02010600030101010101" pitchFamily="2" charset="-122"/>
                <a:cs typeface="+mn-cs"/>
              </a:rPr>
              <a:t>irmesi).</a:t>
            </a:r>
            <a:endParaRPr lang="en-US" altLang="tr-TR" sz="2400"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sz="2400" kern="1200" dirty="0">
                <a:latin typeface="+mn-lt"/>
                <a:ea typeface="SimSun" panose="02010600030101010101" pitchFamily="2" charset="-122"/>
                <a:cs typeface="+mn-cs"/>
              </a:rPr>
              <a:t>Ar</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zal</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 bozuk, hasarl</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 veya eksik teslim edilmesi.</a:t>
            </a:r>
            <a:endParaRPr lang="en-US" altLang="tr-TR" sz="2400"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sz="2400" kern="1200" dirty="0">
                <a:latin typeface="+mn-lt"/>
                <a:ea typeface="SimSun" panose="02010600030101010101" pitchFamily="2" charset="-122"/>
                <a:cs typeface="+mn-cs"/>
              </a:rPr>
              <a:t>Sipari</a:t>
            </a:r>
            <a:r>
              <a:rPr lang="" altLang="en-US" sz="2400" kern="1200" dirty="0">
                <a:latin typeface="+mn-lt"/>
                <a:ea typeface="SimSun" panose="02010600030101010101" pitchFamily="2" charset="-122"/>
                <a:cs typeface="+mn-cs"/>
              </a:rPr>
              <a:t>ş</a:t>
            </a:r>
            <a:r>
              <a:rPr lang="en-US" altLang="tr-TR" sz="2400" kern="1200" dirty="0">
                <a:latin typeface="+mn-lt"/>
                <a:ea typeface="SimSun" panose="02010600030101010101" pitchFamily="2" charset="-122"/>
                <a:cs typeface="+mn-cs"/>
              </a:rPr>
              <a:t> edilen modelden farkl</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 bir model olmas</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 veya objektif olarak sahip olmas</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 gereken nitelikleri ta</a:t>
            </a:r>
            <a:r>
              <a:rPr lang="" altLang="en-US" sz="2400" kern="1200" dirty="0">
                <a:latin typeface="+mn-lt"/>
                <a:ea typeface="SimSun" panose="02010600030101010101" pitchFamily="2" charset="-122"/>
                <a:cs typeface="+mn-cs"/>
              </a:rPr>
              <a:t>şı</a:t>
            </a:r>
            <a:r>
              <a:rPr lang="en-US" altLang="tr-TR" sz="2400" kern="1200" dirty="0">
                <a:latin typeface="+mn-lt"/>
                <a:ea typeface="SimSun" panose="02010600030101010101" pitchFamily="2" charset="-122"/>
                <a:cs typeface="+mn-cs"/>
              </a:rPr>
              <a:t>mamas</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a:t>
            </a:r>
            <a:endParaRPr lang="en-US" altLang="tr-TR" sz="2400"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sz="2400" kern="1200" dirty="0">
                <a:latin typeface="+mn-lt"/>
                <a:ea typeface="SimSun" panose="02010600030101010101" pitchFamily="2" charset="-122"/>
                <a:cs typeface="+mn-cs"/>
              </a:rPr>
              <a:t>2 Y</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l S</a:t>
            </a:r>
            <a:r>
              <a:rPr lang="en-US" altLang="en-US" sz="2400" kern="1200" dirty="0">
                <a:latin typeface="+mn-lt"/>
                <a:ea typeface="SimSun" panose="02010600030101010101" pitchFamily="2" charset="-122"/>
                <a:cs typeface="+mn-cs"/>
              </a:rPr>
              <a:t>ü</a:t>
            </a:r>
            <a:r>
              <a:rPr lang="en-US" altLang="tr-TR" sz="2400" kern="1200" dirty="0">
                <a:latin typeface="+mn-lt"/>
                <a:ea typeface="SimSun" panose="02010600030101010101" pitchFamily="2" charset="-122"/>
                <a:cs typeface="+mn-cs"/>
              </a:rPr>
              <a:t>resi (Zaman A</a:t>
            </a:r>
            <a:r>
              <a:rPr lang="" altLang="en-US" sz="2400" kern="1200" dirty="0">
                <a:latin typeface="+mn-lt"/>
                <a:ea typeface="SimSun" panose="02010600030101010101" pitchFamily="2" charset="-122"/>
                <a:cs typeface="+mn-cs"/>
              </a:rPr>
              <a:t>şı</a:t>
            </a:r>
            <a:r>
              <a:rPr lang="en-US" altLang="tr-TR" sz="2400" kern="1200" dirty="0">
                <a:latin typeface="+mn-lt"/>
                <a:ea typeface="SimSun" panose="02010600030101010101" pitchFamily="2" charset="-122"/>
                <a:cs typeface="+mn-cs"/>
              </a:rPr>
              <a:t>m</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a:t>
            </a:r>
            <a:endParaRPr lang="en-US" altLang="tr-TR" sz="2400"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sz="2400" kern="1200" dirty="0">
                <a:latin typeface="+mn-lt"/>
                <a:ea typeface="SimSun" panose="02010600030101010101" pitchFamily="2" charset="-122"/>
                <a:cs typeface="+mn-cs"/>
              </a:rPr>
              <a:t>T</a:t>
            </a:r>
            <a:r>
              <a:rPr lang="en-US" altLang="en-US" sz="2400" kern="1200" dirty="0">
                <a:latin typeface="+mn-lt"/>
                <a:ea typeface="SimSun" panose="02010600030101010101" pitchFamily="2" charset="-122"/>
                <a:cs typeface="+mn-cs"/>
              </a:rPr>
              <a:t>ü</a:t>
            </a:r>
            <a:r>
              <a:rPr lang="en-US" altLang="tr-TR" sz="2400" kern="1200" dirty="0">
                <a:latin typeface="+mn-lt"/>
                <a:ea typeface="SimSun" panose="02010600030101010101" pitchFamily="2" charset="-122"/>
                <a:cs typeface="+mn-cs"/>
              </a:rPr>
              <a:t>ketici, </a:t>
            </a:r>
            <a:r>
              <a:rPr lang="en-US" altLang="en-US" sz="2400" kern="1200" dirty="0">
                <a:latin typeface="+mn-lt"/>
                <a:ea typeface="SimSun" panose="02010600030101010101" pitchFamily="2" charset="-122"/>
                <a:cs typeface="+mn-cs"/>
              </a:rPr>
              <a:t>ü</a:t>
            </a:r>
            <a:r>
              <a:rPr lang="en-US" altLang="tr-TR" sz="2400" kern="1200" dirty="0">
                <a:latin typeface="+mn-lt"/>
                <a:ea typeface="SimSun" panose="02010600030101010101" pitchFamily="2" charset="-122"/>
                <a:cs typeface="+mn-cs"/>
              </a:rPr>
              <a:t>r</a:t>
            </a:r>
            <a:r>
              <a:rPr lang="en-US" altLang="en-US" sz="2400" kern="1200" dirty="0">
                <a:latin typeface="+mn-lt"/>
                <a:ea typeface="SimSun" panose="02010600030101010101" pitchFamily="2" charset="-122"/>
                <a:cs typeface="+mn-cs"/>
              </a:rPr>
              <a:t>ü</a:t>
            </a:r>
            <a:r>
              <a:rPr lang="en-US" altLang="tr-TR" sz="2400" kern="1200" dirty="0">
                <a:latin typeface="+mn-lt"/>
                <a:ea typeface="SimSun" panose="02010600030101010101" pitchFamily="2" charset="-122"/>
                <a:cs typeface="+mn-cs"/>
              </a:rPr>
              <a:t>n</a:t>
            </a:r>
            <a:r>
              <a:rPr lang="en-US" altLang="en-US" sz="2400" kern="1200" dirty="0">
                <a:latin typeface="+mn-lt"/>
                <a:ea typeface="SimSun" panose="02010600030101010101" pitchFamily="2" charset="-122"/>
                <a:cs typeface="+mn-cs"/>
              </a:rPr>
              <a:t>ü</a:t>
            </a:r>
            <a:r>
              <a:rPr lang="en-US" altLang="tr-TR" sz="2400" kern="1200" dirty="0">
                <a:latin typeface="+mn-lt"/>
                <a:ea typeface="SimSun" panose="02010600030101010101" pitchFamily="2" charset="-122"/>
                <a:cs typeface="+mn-cs"/>
              </a:rPr>
              <a:t> teslim ald</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ktan itibaren 2 y</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l i</a:t>
            </a:r>
            <a:r>
              <a:rPr lang="" altLang="en-US" sz="2400" kern="1200" dirty="0">
                <a:latin typeface="+mn-lt"/>
                <a:ea typeface="SimSun" panose="02010600030101010101" pitchFamily="2" charset="-122"/>
                <a:cs typeface="+mn-cs"/>
              </a:rPr>
              <a:t>ç</a:t>
            </a:r>
            <a:r>
              <a:rPr lang="en-US" altLang="tr-TR" sz="2400" kern="1200" dirty="0">
                <a:latin typeface="+mn-lt"/>
                <a:ea typeface="SimSun" panose="02010600030101010101" pitchFamily="2" charset="-122"/>
                <a:cs typeface="+mn-cs"/>
              </a:rPr>
              <a:t>inde ortaya </a:t>
            </a:r>
            <a:r>
              <a:rPr lang="" altLang="en-US" sz="2400" kern="1200" dirty="0">
                <a:latin typeface="+mn-lt"/>
                <a:ea typeface="SimSun" panose="02010600030101010101" pitchFamily="2" charset="-122"/>
                <a:cs typeface="+mn-cs"/>
              </a:rPr>
              <a:t>çı</a:t>
            </a:r>
            <a:r>
              <a:rPr lang="en-US" altLang="tr-TR" sz="2400" kern="1200" dirty="0">
                <a:latin typeface="+mn-lt"/>
                <a:ea typeface="SimSun" panose="02010600030101010101" pitchFamily="2" charset="-122"/>
                <a:cs typeface="+mn-cs"/>
              </a:rPr>
              <a:t>kan bu t</a:t>
            </a:r>
            <a:r>
              <a:rPr lang="en-US" altLang="en-US" sz="2400" kern="1200" dirty="0">
                <a:latin typeface="+mn-lt"/>
                <a:ea typeface="SimSun" panose="02010600030101010101" pitchFamily="2" charset="-122"/>
                <a:cs typeface="+mn-cs"/>
              </a:rPr>
              <a:t>ü</a:t>
            </a:r>
            <a:r>
              <a:rPr lang="en-US" altLang="tr-TR" sz="2400" kern="1200" dirty="0">
                <a:latin typeface="+mn-lt"/>
                <a:ea typeface="SimSun" panose="02010600030101010101" pitchFamily="2" charset="-122"/>
                <a:cs typeface="+mn-cs"/>
              </a:rPr>
              <a:t>r ay</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plardan dolay</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 sat</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c</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ya kar</a:t>
            </a:r>
            <a:r>
              <a:rPr lang="" altLang="en-US" sz="2400" kern="1200" dirty="0">
                <a:latin typeface="+mn-lt"/>
                <a:ea typeface="SimSun" panose="02010600030101010101" pitchFamily="2" charset="-122"/>
                <a:cs typeface="+mn-cs"/>
              </a:rPr>
              <a:t>şı</a:t>
            </a:r>
            <a:r>
              <a:rPr lang="en-US" altLang="tr-TR" sz="2400" kern="1200" dirty="0">
                <a:latin typeface="+mn-lt"/>
                <a:ea typeface="SimSun" panose="02010600030101010101" pitchFamily="2" charset="-122"/>
                <a:cs typeface="+mn-cs"/>
              </a:rPr>
              <a:t> haklar</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n</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 kullanabilir. 14 g</a:t>
            </a:r>
            <a:r>
              <a:rPr lang="en-US" altLang="en-US" sz="2400" kern="1200" dirty="0">
                <a:latin typeface="+mn-lt"/>
                <a:ea typeface="SimSun" panose="02010600030101010101" pitchFamily="2" charset="-122"/>
                <a:cs typeface="+mn-cs"/>
              </a:rPr>
              <a:t>ü</a:t>
            </a:r>
            <a:r>
              <a:rPr lang="en-US" altLang="tr-TR" sz="2400" kern="1200" dirty="0">
                <a:latin typeface="+mn-lt"/>
                <a:ea typeface="SimSun" panose="02010600030101010101" pitchFamily="2" charset="-122"/>
                <a:cs typeface="+mn-cs"/>
              </a:rPr>
              <a:t>nl</a:t>
            </a:r>
            <a:r>
              <a:rPr lang="en-US" altLang="en-US" sz="2400" kern="1200" dirty="0">
                <a:latin typeface="+mn-lt"/>
                <a:ea typeface="SimSun" panose="02010600030101010101" pitchFamily="2" charset="-122"/>
                <a:cs typeface="+mn-cs"/>
              </a:rPr>
              <a:t>ü</a:t>
            </a:r>
            <a:r>
              <a:rPr lang="en-US" altLang="tr-TR" sz="2400" kern="1200" dirty="0">
                <a:latin typeface="+mn-lt"/>
                <a:ea typeface="SimSun" panose="02010600030101010101" pitchFamily="2" charset="-122"/>
                <a:cs typeface="+mn-cs"/>
              </a:rPr>
              <a:t>k s</a:t>
            </a:r>
            <a:r>
              <a:rPr lang="en-US" altLang="en-US" sz="2400" kern="1200" dirty="0">
                <a:latin typeface="+mn-lt"/>
                <a:ea typeface="SimSun" panose="02010600030101010101" pitchFamily="2" charset="-122"/>
                <a:cs typeface="+mn-cs"/>
              </a:rPr>
              <a:t>ü</a:t>
            </a:r>
            <a:r>
              <a:rPr lang="en-US" altLang="tr-TR" sz="2400" kern="1200" dirty="0">
                <a:latin typeface="+mn-lt"/>
                <a:ea typeface="SimSun" panose="02010600030101010101" pitchFamily="2" charset="-122"/>
                <a:cs typeface="+mn-cs"/>
              </a:rPr>
              <a:t>re dolsa bile, bu 2 y</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ll</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k s</a:t>
            </a:r>
            <a:r>
              <a:rPr lang="en-US" altLang="en-US" sz="2400" kern="1200" dirty="0">
                <a:latin typeface="+mn-lt"/>
                <a:ea typeface="SimSun" panose="02010600030101010101" pitchFamily="2" charset="-122"/>
                <a:cs typeface="+mn-cs"/>
              </a:rPr>
              <a:t>ü</a:t>
            </a:r>
            <a:r>
              <a:rPr lang="en-US" altLang="tr-TR" sz="2400" kern="1200" dirty="0">
                <a:latin typeface="+mn-lt"/>
                <a:ea typeface="SimSun" panose="02010600030101010101" pitchFamily="2" charset="-122"/>
                <a:cs typeface="+mn-cs"/>
              </a:rPr>
              <a:t>re devam eder.</a:t>
            </a:r>
            <a:endParaRPr lang="en-US" altLang="tr-TR" sz="2400" kern="1200" dirty="0">
              <a:latin typeface="+mn-lt"/>
              <a:ea typeface="SimSun" panose="02010600030101010101" pitchFamily="2" charset="-122"/>
              <a:cs typeface="+mn-cs"/>
            </a:endParaRP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41987"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Sözleşmeler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41988" name="Content Placeholder 2"/>
          <p:cNvSpPr>
            <a:spLocks noGrp="1"/>
          </p:cNvSpPr>
          <p:nvPr>
            <p:ph idx="1" hasCustomPrompt="1"/>
          </p:nvPr>
        </p:nvSpPr>
        <p:spPr>
          <a:xfrm>
            <a:off x="552450" y="719138"/>
            <a:ext cx="10515600" cy="5767387"/>
          </a:xfrm>
        </p:spPr>
        <p:txBody>
          <a:bodyPr vert="horz" wrap="square" lIns="91440" tIns="45720" rIns="91440" bIns="45720" anchor="t" anchorCtr="0"/>
          <a:p>
            <a:pPr marL="0" indent="0" eaLnBrk="1" hangingPunct="1">
              <a:buFont typeface="Arial" panose="020B0604020202020204" pitchFamily="34" charset="0"/>
              <a:buNone/>
            </a:pPr>
            <a:r>
              <a:rPr lang="en-US" altLang="tr-TR" sz="2400" b="1" kern="1200" dirty="0">
                <a:latin typeface="+mn-lt"/>
                <a:ea typeface="SimSun" panose="02010600030101010101" pitchFamily="2" charset="-122"/>
                <a:cs typeface="+mn-cs"/>
              </a:rPr>
              <a:t>T</a:t>
            </a:r>
            <a:r>
              <a:rPr lang="en-US" altLang="en-US" sz="2400" b="1" kern="1200" dirty="0">
                <a:latin typeface="+mn-lt"/>
                <a:ea typeface="SimSun" panose="02010600030101010101" pitchFamily="2" charset="-122"/>
                <a:cs typeface="+mn-cs"/>
              </a:rPr>
              <a:t>ü</a:t>
            </a:r>
            <a:r>
              <a:rPr lang="en-US" altLang="tr-TR" sz="2400" b="1" kern="1200" dirty="0">
                <a:latin typeface="+mn-lt"/>
                <a:ea typeface="SimSun" panose="02010600030101010101" pitchFamily="2" charset="-122"/>
                <a:cs typeface="+mn-cs"/>
              </a:rPr>
              <a:t>ketici Ne Zaman Hakl</a:t>
            </a:r>
            <a:r>
              <a:rPr lang="" altLang="en-US" sz="2400" b="1" kern="1200" dirty="0">
                <a:latin typeface="+mn-lt"/>
                <a:ea typeface="SimSun" panose="02010600030101010101" pitchFamily="2" charset="-122"/>
                <a:cs typeface="+mn-cs"/>
              </a:rPr>
              <a:t>ı</a:t>
            </a:r>
            <a:r>
              <a:rPr lang="en-US" altLang="tr-TR" sz="2400" b="1" kern="1200" dirty="0">
                <a:latin typeface="+mn-lt"/>
                <a:ea typeface="SimSun" panose="02010600030101010101" pitchFamily="2" charset="-122"/>
                <a:cs typeface="+mn-cs"/>
              </a:rPr>
              <a:t>d</a:t>
            </a:r>
            <a:r>
              <a:rPr lang="" altLang="en-US" sz="2400" b="1" kern="1200" dirty="0">
                <a:latin typeface="+mn-lt"/>
                <a:ea typeface="SimSun" panose="02010600030101010101" pitchFamily="2" charset="-122"/>
                <a:cs typeface="+mn-cs"/>
              </a:rPr>
              <a:t>ı</a:t>
            </a:r>
            <a:r>
              <a:rPr lang="en-US" altLang="tr-TR" sz="2400" b="1" kern="1200" dirty="0">
                <a:latin typeface="+mn-lt"/>
                <a:ea typeface="SimSun" panose="02010600030101010101" pitchFamily="2" charset="-122"/>
                <a:cs typeface="+mn-cs"/>
              </a:rPr>
              <a:t>r? (Sat</a:t>
            </a:r>
            <a:r>
              <a:rPr lang="" altLang="en-US" sz="2400" b="1" kern="1200" dirty="0">
                <a:latin typeface="+mn-lt"/>
                <a:ea typeface="SimSun" panose="02010600030101010101" pitchFamily="2" charset="-122"/>
                <a:cs typeface="+mn-cs"/>
              </a:rPr>
              <a:t>ı</a:t>
            </a:r>
            <a:r>
              <a:rPr lang="en-US" altLang="tr-TR" sz="2400" b="1" kern="1200" dirty="0">
                <a:latin typeface="+mn-lt"/>
                <a:ea typeface="SimSun" panose="02010600030101010101" pitchFamily="2" charset="-122"/>
                <a:cs typeface="+mn-cs"/>
              </a:rPr>
              <a:t>c</a:t>
            </a:r>
            <a:r>
              <a:rPr lang="" altLang="en-US" sz="2400" b="1" kern="1200" dirty="0">
                <a:latin typeface="+mn-lt"/>
                <a:ea typeface="SimSun" panose="02010600030101010101" pitchFamily="2" charset="-122"/>
                <a:cs typeface="+mn-cs"/>
              </a:rPr>
              <a:t>ı</a:t>
            </a:r>
            <a:r>
              <a:rPr lang="en-US" altLang="tr-TR" sz="2400" b="1" kern="1200" dirty="0">
                <a:latin typeface="+mn-lt"/>
                <a:ea typeface="SimSun" panose="02010600030101010101" pitchFamily="2" charset="-122"/>
                <a:cs typeface="+mn-cs"/>
              </a:rPr>
              <a:t>n</a:t>
            </a:r>
            <a:r>
              <a:rPr lang="" altLang="en-US" sz="2400" b="1" kern="1200" dirty="0">
                <a:latin typeface="+mn-lt"/>
                <a:ea typeface="SimSun" panose="02010600030101010101" pitchFamily="2" charset="-122"/>
                <a:cs typeface="+mn-cs"/>
              </a:rPr>
              <a:t>ı</a:t>
            </a:r>
            <a:r>
              <a:rPr lang="en-US" altLang="tr-TR" sz="2400" b="1" kern="1200" dirty="0">
                <a:latin typeface="+mn-lt"/>
                <a:ea typeface="SimSun" panose="02010600030101010101" pitchFamily="2" charset="-122"/>
                <a:cs typeface="+mn-cs"/>
              </a:rPr>
              <a:t>n Sorumlulu</a:t>
            </a:r>
            <a:r>
              <a:rPr lang="" altLang="en-US" sz="2400" b="1" kern="1200" dirty="0">
                <a:latin typeface="+mn-lt"/>
                <a:ea typeface="SimSun" panose="02010600030101010101" pitchFamily="2" charset="-122"/>
                <a:cs typeface="+mn-cs"/>
              </a:rPr>
              <a:t>ğ</a:t>
            </a:r>
            <a:r>
              <a:rPr lang="en-US" altLang="tr-TR" sz="2400" b="1" kern="1200" dirty="0">
                <a:latin typeface="+mn-lt"/>
                <a:ea typeface="SimSun" panose="02010600030101010101" pitchFamily="2" charset="-122"/>
                <a:cs typeface="+mn-cs"/>
              </a:rPr>
              <a:t>u)</a:t>
            </a:r>
            <a:endParaRPr lang="en-US" altLang="tr-TR" sz="2400" b="1"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 altLang="en-US" sz="2400" kern="1200" dirty="0">
                <a:latin typeface="+mn-lt"/>
                <a:ea typeface="SimSun" panose="02010600030101010101" pitchFamily="2" charset="-122"/>
                <a:cs typeface="+mn-cs"/>
              </a:rPr>
              <a:t>İ</a:t>
            </a:r>
            <a:r>
              <a:rPr lang="en-US" altLang="tr-TR" sz="2400" kern="1200" dirty="0">
                <a:latin typeface="+mn-lt"/>
                <a:ea typeface="SimSun" panose="02010600030101010101" pitchFamily="2" charset="-122"/>
                <a:cs typeface="+mn-cs"/>
              </a:rPr>
              <a:t>spat Y</a:t>
            </a:r>
            <a:r>
              <a:rPr lang="en-US" altLang="en-US" sz="2400" kern="1200" dirty="0">
                <a:latin typeface="+mn-lt"/>
                <a:ea typeface="SimSun" panose="02010600030101010101" pitchFamily="2" charset="-122"/>
                <a:cs typeface="+mn-cs"/>
              </a:rPr>
              <a:t>ü</a:t>
            </a:r>
            <a:r>
              <a:rPr lang="en-US" altLang="tr-TR" sz="2400" kern="1200" dirty="0">
                <a:latin typeface="+mn-lt"/>
                <a:ea typeface="SimSun" panose="02010600030101010101" pitchFamily="2" charset="-122"/>
                <a:cs typeface="+mn-cs"/>
              </a:rPr>
              <a:t>k</a:t>
            </a:r>
            <a:r>
              <a:rPr lang="en-US" altLang="en-US" sz="2400" kern="1200" dirty="0">
                <a:latin typeface="+mn-lt"/>
                <a:ea typeface="SimSun" panose="02010600030101010101" pitchFamily="2" charset="-122"/>
                <a:cs typeface="+mn-cs"/>
              </a:rPr>
              <a:t>ü</a:t>
            </a:r>
            <a:r>
              <a:rPr lang="en-US" altLang="tr-TR" sz="2400" kern="1200" dirty="0">
                <a:latin typeface="+mn-lt"/>
                <a:ea typeface="SimSun" panose="02010600030101010101" pitchFamily="2" charset="-122"/>
                <a:cs typeface="+mn-cs"/>
              </a:rPr>
              <a:t> (</a:t>
            </a:r>
            <a:r>
              <a:rPr lang="" altLang="en-US" sz="2400" kern="1200" dirty="0">
                <a:latin typeface="+mn-lt"/>
                <a:ea typeface="SimSun" panose="02010600030101010101" pitchFamily="2" charset="-122"/>
                <a:cs typeface="+mn-cs"/>
              </a:rPr>
              <a:t>İ</a:t>
            </a:r>
            <a:r>
              <a:rPr lang="en-US" altLang="tr-TR" sz="2400" kern="1200" dirty="0">
                <a:latin typeface="+mn-lt"/>
                <a:ea typeface="SimSun" panose="02010600030101010101" pitchFamily="2" charset="-122"/>
                <a:cs typeface="+mn-cs"/>
              </a:rPr>
              <a:t>lk 6 Ay): En kritik kural budur. E</a:t>
            </a:r>
            <a:r>
              <a:rPr lang="" altLang="en-US" sz="2400" kern="1200" dirty="0">
                <a:latin typeface="+mn-lt"/>
                <a:ea typeface="SimSun" panose="02010600030101010101" pitchFamily="2" charset="-122"/>
                <a:cs typeface="+mn-cs"/>
              </a:rPr>
              <a:t>ğ</a:t>
            </a:r>
            <a:r>
              <a:rPr lang="en-US" altLang="tr-TR" sz="2400" kern="1200" dirty="0">
                <a:latin typeface="+mn-lt"/>
                <a:ea typeface="SimSun" panose="02010600030101010101" pitchFamily="2" charset="-122"/>
                <a:cs typeface="+mn-cs"/>
              </a:rPr>
              <a:t>er </a:t>
            </a:r>
            <a:r>
              <a:rPr lang="en-US" altLang="en-US" sz="2400" kern="1200" dirty="0">
                <a:latin typeface="+mn-lt"/>
                <a:ea typeface="SimSun" panose="02010600030101010101" pitchFamily="2" charset="-122"/>
                <a:cs typeface="+mn-cs"/>
              </a:rPr>
              <a:t>ü</a:t>
            </a:r>
            <a:r>
              <a:rPr lang="en-US" altLang="tr-TR" sz="2400" kern="1200" dirty="0">
                <a:latin typeface="+mn-lt"/>
                <a:ea typeface="SimSun" panose="02010600030101010101" pitchFamily="2" charset="-122"/>
                <a:cs typeface="+mn-cs"/>
              </a:rPr>
              <a:t>r</a:t>
            </a:r>
            <a:r>
              <a:rPr lang="en-US" altLang="en-US" sz="2400" kern="1200" dirty="0">
                <a:latin typeface="+mn-lt"/>
                <a:ea typeface="SimSun" panose="02010600030101010101" pitchFamily="2" charset="-122"/>
                <a:cs typeface="+mn-cs"/>
              </a:rPr>
              <a:t>ü</a:t>
            </a:r>
            <a:r>
              <a:rPr lang="en-US" altLang="tr-TR" sz="2400" kern="1200" dirty="0">
                <a:latin typeface="+mn-lt"/>
                <a:ea typeface="SimSun" panose="02010600030101010101" pitchFamily="2" charset="-122"/>
                <a:cs typeface="+mn-cs"/>
              </a:rPr>
              <a:t>n, sat</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n al</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nd</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ktan sonraki ilk 6 ay i</a:t>
            </a:r>
            <a:r>
              <a:rPr lang="" altLang="en-US" sz="2400" kern="1200" dirty="0">
                <a:latin typeface="+mn-lt"/>
                <a:ea typeface="SimSun" panose="02010600030101010101" pitchFamily="2" charset="-122"/>
                <a:cs typeface="+mn-cs"/>
              </a:rPr>
              <a:t>ç</a:t>
            </a:r>
            <a:r>
              <a:rPr lang="en-US" altLang="tr-TR" sz="2400" kern="1200" dirty="0">
                <a:latin typeface="+mn-lt"/>
                <a:ea typeface="SimSun" panose="02010600030101010101" pitchFamily="2" charset="-122"/>
                <a:cs typeface="+mn-cs"/>
              </a:rPr>
              <a:t>inde ar</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zalan</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rsa, bu ar</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zan</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n "fabrikasyon hatas</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 (yani teslim an</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nda var oldu</a:t>
            </a:r>
            <a:r>
              <a:rPr lang="" altLang="en-US" sz="2400" kern="1200" dirty="0">
                <a:latin typeface="+mn-lt"/>
                <a:ea typeface="SimSun" panose="02010600030101010101" pitchFamily="2" charset="-122"/>
                <a:cs typeface="+mn-cs"/>
              </a:rPr>
              <a:t>ğ</a:t>
            </a:r>
            <a:r>
              <a:rPr lang="en-US" altLang="tr-TR" sz="2400" kern="1200" dirty="0">
                <a:latin typeface="+mn-lt"/>
                <a:ea typeface="SimSun" panose="02010600030101010101" pitchFamily="2" charset="-122"/>
                <a:cs typeface="+mn-cs"/>
              </a:rPr>
              <a:t>u) kabul edilir.</a:t>
            </a:r>
            <a:endParaRPr lang="en-US" altLang="tr-TR" sz="2400"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sz="2400" kern="1200" dirty="0">
                <a:latin typeface="+mn-lt"/>
                <a:ea typeface="SimSun" panose="02010600030101010101" pitchFamily="2" charset="-122"/>
                <a:cs typeface="+mn-cs"/>
              </a:rPr>
              <a:t>Bu durumda, hatan</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n "kullan</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c</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dan kaynakland</a:t>
            </a:r>
            <a:r>
              <a:rPr lang="" altLang="en-US" sz="2400" kern="1200" dirty="0">
                <a:latin typeface="+mn-lt"/>
                <a:ea typeface="SimSun" panose="02010600030101010101" pitchFamily="2" charset="-122"/>
                <a:cs typeface="+mn-cs"/>
              </a:rPr>
              <a:t>ığı</a:t>
            </a:r>
            <a:r>
              <a:rPr lang="en-US" altLang="tr-TR" sz="2400" kern="1200" dirty="0">
                <a:latin typeface="+mn-lt"/>
                <a:ea typeface="SimSun" panose="02010600030101010101" pitchFamily="2" charset="-122"/>
                <a:cs typeface="+mn-cs"/>
              </a:rPr>
              <a:t>n</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 sat</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c</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n</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n kendisinin ispatlamas</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 gerekir. </a:t>
            </a:r>
            <a:r>
              <a:rPr lang="" altLang="en-US" sz="2400" kern="1200" dirty="0">
                <a:latin typeface="+mn-lt"/>
                <a:ea typeface="SimSun" panose="02010600030101010101" pitchFamily="2" charset="-122"/>
                <a:cs typeface="+mn-cs"/>
              </a:rPr>
              <a:t>İ</a:t>
            </a:r>
            <a:r>
              <a:rPr lang="en-US" altLang="tr-TR" sz="2400" kern="1200" dirty="0">
                <a:latin typeface="+mn-lt"/>
                <a:ea typeface="SimSun" panose="02010600030101010101" pitchFamily="2" charset="-122"/>
                <a:cs typeface="+mn-cs"/>
              </a:rPr>
              <a:t>spatlayamazsa, t</a:t>
            </a:r>
            <a:r>
              <a:rPr lang="en-US" altLang="en-US" sz="2400" kern="1200" dirty="0">
                <a:latin typeface="+mn-lt"/>
                <a:ea typeface="SimSun" panose="02010600030101010101" pitchFamily="2" charset="-122"/>
                <a:cs typeface="+mn-cs"/>
              </a:rPr>
              <a:t>ü</a:t>
            </a:r>
            <a:r>
              <a:rPr lang="en-US" altLang="tr-TR" sz="2400" kern="1200" dirty="0">
                <a:latin typeface="+mn-lt"/>
                <a:ea typeface="SimSun" panose="02010600030101010101" pitchFamily="2" charset="-122"/>
                <a:cs typeface="+mn-cs"/>
              </a:rPr>
              <a:t>ketici hakl</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d</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r.</a:t>
            </a:r>
            <a:endParaRPr lang="en-US" altLang="tr-TR" sz="2400"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sz="2400" kern="1200" dirty="0">
                <a:latin typeface="+mn-lt"/>
                <a:ea typeface="SimSun" panose="02010600030101010101" pitchFamily="2" charset="-122"/>
                <a:cs typeface="+mn-cs"/>
              </a:rPr>
              <a:t>T</a:t>
            </a:r>
            <a:r>
              <a:rPr lang="en-US" altLang="en-US" sz="2400" kern="1200" dirty="0">
                <a:latin typeface="+mn-lt"/>
                <a:ea typeface="SimSun" panose="02010600030101010101" pitchFamily="2" charset="-122"/>
                <a:cs typeface="+mn-cs"/>
              </a:rPr>
              <a:t>ü</a:t>
            </a:r>
            <a:r>
              <a:rPr lang="en-US" altLang="tr-TR" sz="2400" kern="1200" dirty="0">
                <a:latin typeface="+mn-lt"/>
                <a:ea typeface="SimSun" panose="02010600030101010101" pitchFamily="2" charset="-122"/>
                <a:cs typeface="+mn-cs"/>
              </a:rPr>
              <a:t>keticinin 4 Se</a:t>
            </a:r>
            <a:r>
              <a:rPr lang="" altLang="en-US" sz="2400" kern="1200" dirty="0">
                <a:latin typeface="+mn-lt"/>
                <a:ea typeface="SimSun" panose="02010600030101010101" pitchFamily="2" charset="-122"/>
                <a:cs typeface="+mn-cs"/>
              </a:rPr>
              <a:t>ç</a:t>
            </a:r>
            <a:r>
              <a:rPr lang="en-US" altLang="tr-TR" sz="2400" kern="1200" dirty="0">
                <a:latin typeface="+mn-lt"/>
                <a:ea typeface="SimSun" panose="02010600030101010101" pitchFamily="2" charset="-122"/>
                <a:cs typeface="+mn-cs"/>
              </a:rPr>
              <a:t>imlik Hakk</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 T</a:t>
            </a:r>
            <a:r>
              <a:rPr lang="en-US" altLang="en-US" sz="2400" kern="1200" dirty="0">
                <a:latin typeface="+mn-lt"/>
                <a:ea typeface="SimSun" panose="02010600030101010101" pitchFamily="2" charset="-122"/>
                <a:cs typeface="+mn-cs"/>
              </a:rPr>
              <a:t>ü</a:t>
            </a:r>
            <a:r>
              <a:rPr lang="en-US" altLang="tr-TR" sz="2400" kern="1200" dirty="0">
                <a:latin typeface="+mn-lt"/>
                <a:ea typeface="SimSun" panose="02010600030101010101" pitchFamily="2" charset="-122"/>
                <a:cs typeface="+mn-cs"/>
              </a:rPr>
              <a:t>ketici bu durumda </a:t>
            </a:r>
            <a:r>
              <a:rPr lang="" altLang="en-US" sz="2400" kern="1200" dirty="0">
                <a:latin typeface="+mn-lt"/>
                <a:ea typeface="SimSun" panose="02010600030101010101" pitchFamily="2" charset="-122"/>
                <a:cs typeface="+mn-cs"/>
              </a:rPr>
              <a:t>ş</a:t>
            </a:r>
            <a:r>
              <a:rPr lang="en-US" altLang="tr-TR" sz="2400" kern="1200" dirty="0">
                <a:latin typeface="+mn-lt"/>
                <a:ea typeface="SimSun" panose="02010600030101010101" pitchFamily="2" charset="-122"/>
                <a:cs typeface="+mn-cs"/>
              </a:rPr>
              <a:t>unlardan birini talep edebilir:</a:t>
            </a:r>
            <a:endParaRPr lang="en-US" altLang="tr-TR" sz="2400"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 altLang="en-US" sz="2400" kern="1200" dirty="0">
                <a:latin typeface="+mn-lt"/>
                <a:ea typeface="SimSun" panose="02010600030101010101" pitchFamily="2" charset="-122"/>
                <a:cs typeface="+mn-cs"/>
              </a:rPr>
              <a:t>Ü</a:t>
            </a:r>
            <a:r>
              <a:rPr lang="en-US" altLang="tr-TR" sz="2400" kern="1200" dirty="0">
                <a:latin typeface="+mn-lt"/>
                <a:ea typeface="SimSun" panose="02010600030101010101" pitchFamily="2" charset="-122"/>
                <a:cs typeface="+mn-cs"/>
              </a:rPr>
              <a:t>cretsiz Onar</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m</a:t>
            </a:r>
            <a:endParaRPr lang="en-US" altLang="tr-TR" sz="2400"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 altLang="en-US" sz="2400" kern="1200" dirty="0">
                <a:latin typeface="+mn-lt"/>
                <a:ea typeface="SimSun" panose="02010600030101010101" pitchFamily="2" charset="-122"/>
                <a:cs typeface="+mn-cs"/>
              </a:rPr>
              <a:t>Ü</a:t>
            </a:r>
            <a:r>
              <a:rPr lang="en-US" altLang="tr-TR" sz="2400" kern="1200" dirty="0">
                <a:latin typeface="+mn-lt"/>
                <a:ea typeface="SimSun" panose="02010600030101010101" pitchFamily="2" charset="-122"/>
                <a:cs typeface="+mn-cs"/>
              </a:rPr>
              <a:t>r</a:t>
            </a:r>
            <a:r>
              <a:rPr lang="en-US" altLang="en-US" sz="2400" kern="1200" dirty="0">
                <a:latin typeface="+mn-lt"/>
                <a:ea typeface="SimSun" panose="02010600030101010101" pitchFamily="2" charset="-122"/>
                <a:cs typeface="+mn-cs"/>
              </a:rPr>
              <a:t>ü</a:t>
            </a:r>
            <a:r>
              <a:rPr lang="en-US" altLang="tr-TR" sz="2400" kern="1200" dirty="0">
                <a:latin typeface="+mn-lt"/>
                <a:ea typeface="SimSun" panose="02010600030101010101" pitchFamily="2" charset="-122"/>
                <a:cs typeface="+mn-cs"/>
              </a:rPr>
              <a:t>n</a:t>
            </a:r>
            <a:r>
              <a:rPr lang="en-US" altLang="en-US" sz="2400" kern="1200" dirty="0">
                <a:latin typeface="+mn-lt"/>
                <a:ea typeface="SimSun" panose="02010600030101010101" pitchFamily="2" charset="-122"/>
                <a:cs typeface="+mn-cs"/>
              </a:rPr>
              <a:t>ü</a:t>
            </a:r>
            <a:r>
              <a:rPr lang="en-US" altLang="tr-TR" sz="2400" kern="1200" dirty="0">
                <a:latin typeface="+mn-lt"/>
                <a:ea typeface="SimSun" panose="02010600030101010101" pitchFamily="2" charset="-122"/>
                <a:cs typeface="+mn-cs"/>
              </a:rPr>
              <a:t>n Ay</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ps</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z Misliyle De</a:t>
            </a:r>
            <a:r>
              <a:rPr lang="" altLang="en-US" sz="2400" kern="1200" dirty="0">
                <a:latin typeface="+mn-lt"/>
                <a:ea typeface="SimSun" panose="02010600030101010101" pitchFamily="2" charset="-122"/>
                <a:cs typeface="+mn-cs"/>
              </a:rPr>
              <a:t>ğ</a:t>
            </a:r>
            <a:r>
              <a:rPr lang="en-US" altLang="tr-TR" sz="2400" kern="1200" dirty="0">
                <a:latin typeface="+mn-lt"/>
                <a:ea typeface="SimSun" panose="02010600030101010101" pitchFamily="2" charset="-122"/>
                <a:cs typeface="+mn-cs"/>
              </a:rPr>
              <a:t>i</a:t>
            </a:r>
            <a:r>
              <a:rPr lang="" altLang="en-US" sz="2400" kern="1200" dirty="0">
                <a:latin typeface="+mn-lt"/>
                <a:ea typeface="SimSun" panose="02010600030101010101" pitchFamily="2" charset="-122"/>
                <a:cs typeface="+mn-cs"/>
              </a:rPr>
              <a:t>ş</a:t>
            </a:r>
            <a:r>
              <a:rPr lang="en-US" altLang="tr-TR" sz="2400" kern="1200" dirty="0">
                <a:latin typeface="+mn-lt"/>
                <a:ea typeface="SimSun" panose="02010600030101010101" pitchFamily="2" charset="-122"/>
                <a:cs typeface="+mn-cs"/>
              </a:rPr>
              <a:t>imi</a:t>
            </a:r>
            <a:endParaRPr lang="en-US" altLang="tr-TR" sz="2400"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sz="2400" kern="1200" dirty="0">
                <a:latin typeface="+mn-lt"/>
                <a:ea typeface="SimSun" panose="02010600030101010101" pitchFamily="2" charset="-122"/>
                <a:cs typeface="+mn-cs"/>
              </a:rPr>
              <a:t>Ay</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p Oran</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nda Fiyat </a:t>
            </a:r>
            <a:r>
              <a:rPr lang="" altLang="en-US" sz="2400" kern="1200" dirty="0">
                <a:latin typeface="+mn-lt"/>
                <a:ea typeface="SimSun" panose="02010600030101010101" pitchFamily="2" charset="-122"/>
                <a:cs typeface="+mn-cs"/>
              </a:rPr>
              <a:t>İ</a:t>
            </a:r>
            <a:r>
              <a:rPr lang="en-US" altLang="tr-TR" sz="2400" kern="1200" dirty="0">
                <a:latin typeface="+mn-lt"/>
                <a:ea typeface="SimSun" panose="02010600030101010101" pitchFamily="2" charset="-122"/>
                <a:cs typeface="+mn-cs"/>
              </a:rPr>
              <a:t>ndirimi</a:t>
            </a:r>
            <a:endParaRPr lang="en-US" altLang="tr-TR" sz="2400"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sz="2400" kern="1200" dirty="0">
                <a:latin typeface="+mn-lt"/>
                <a:ea typeface="SimSun" panose="02010600030101010101" pitchFamily="2" charset="-122"/>
                <a:cs typeface="+mn-cs"/>
              </a:rPr>
              <a:t>S</a:t>
            </a:r>
            <a:r>
              <a:rPr lang="en-US" altLang="en-US" sz="2400" kern="1200" dirty="0">
                <a:latin typeface="+mn-lt"/>
                <a:ea typeface="SimSun" panose="02010600030101010101" pitchFamily="2" charset="-122"/>
                <a:cs typeface="+mn-cs"/>
              </a:rPr>
              <a:t>ö</a:t>
            </a:r>
            <a:r>
              <a:rPr lang="en-US" altLang="tr-TR" sz="2400" kern="1200" dirty="0">
                <a:latin typeface="+mn-lt"/>
                <a:ea typeface="SimSun" panose="02010600030101010101" pitchFamily="2" charset="-122"/>
                <a:cs typeface="+mn-cs"/>
              </a:rPr>
              <a:t>zle</a:t>
            </a:r>
            <a:r>
              <a:rPr lang="" altLang="en-US" sz="2400" kern="1200" dirty="0">
                <a:latin typeface="+mn-lt"/>
                <a:ea typeface="SimSun" panose="02010600030101010101" pitchFamily="2" charset="-122"/>
                <a:cs typeface="+mn-cs"/>
              </a:rPr>
              <a:t>ş</a:t>
            </a:r>
            <a:r>
              <a:rPr lang="en-US" altLang="tr-TR" sz="2400" kern="1200" dirty="0">
                <a:latin typeface="+mn-lt"/>
                <a:ea typeface="SimSun" panose="02010600030101010101" pitchFamily="2" charset="-122"/>
                <a:cs typeface="+mn-cs"/>
              </a:rPr>
              <a:t>meden D</a:t>
            </a:r>
            <a:r>
              <a:rPr lang="en-US" altLang="en-US" sz="2400" kern="1200" dirty="0">
                <a:latin typeface="+mn-lt"/>
                <a:ea typeface="SimSun" panose="02010600030101010101" pitchFamily="2" charset="-122"/>
                <a:cs typeface="+mn-cs"/>
              </a:rPr>
              <a:t>ö</a:t>
            </a:r>
            <a:r>
              <a:rPr lang="en-US" altLang="tr-TR" sz="2400" kern="1200" dirty="0">
                <a:latin typeface="+mn-lt"/>
                <a:ea typeface="SimSun" panose="02010600030101010101" pitchFamily="2" charset="-122"/>
                <a:cs typeface="+mn-cs"/>
              </a:rPr>
              <a:t>nme (Paran</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n Tamam</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n</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n </a:t>
            </a:r>
            <a:r>
              <a:rPr lang="" altLang="en-US" sz="2400" kern="1200" dirty="0">
                <a:latin typeface="+mn-lt"/>
                <a:ea typeface="SimSun" panose="02010600030101010101" pitchFamily="2" charset="-122"/>
                <a:cs typeface="+mn-cs"/>
              </a:rPr>
              <a:t>İ</a:t>
            </a:r>
            <a:r>
              <a:rPr lang="en-US" altLang="tr-TR" sz="2400" kern="1200" dirty="0">
                <a:latin typeface="+mn-lt"/>
                <a:ea typeface="SimSun" panose="02010600030101010101" pitchFamily="2" charset="-122"/>
                <a:cs typeface="+mn-cs"/>
              </a:rPr>
              <a:t>adesi)</a:t>
            </a:r>
            <a:endParaRPr lang="en-US" altLang="tr-TR" sz="2400" kern="1200" dirty="0">
              <a:latin typeface="+mn-lt"/>
              <a:ea typeface="SimSun" panose="02010600030101010101" pitchFamily="2" charset="-122"/>
              <a:cs typeface="+mn-cs"/>
            </a:endParaRP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41987"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Sözleşmeler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41988" name="Content Placeholder 2"/>
          <p:cNvSpPr>
            <a:spLocks noGrp="1"/>
          </p:cNvSpPr>
          <p:nvPr>
            <p:ph idx="1" hasCustomPrompt="1"/>
          </p:nvPr>
        </p:nvSpPr>
        <p:spPr>
          <a:xfrm>
            <a:off x="552450" y="719138"/>
            <a:ext cx="10515600" cy="5767387"/>
          </a:xfrm>
        </p:spPr>
        <p:txBody>
          <a:bodyPr vert="horz" wrap="square" lIns="91440" tIns="45720" rIns="91440" bIns="45720" anchor="t" anchorCtr="0"/>
          <a:p>
            <a:pPr marL="0" indent="0" eaLnBrk="1" hangingPunct="1">
              <a:buFont typeface="Arial" panose="020B0604020202020204" pitchFamily="34" charset="0"/>
              <a:buNone/>
            </a:pPr>
            <a:r>
              <a:rPr lang="en-US" altLang="tr-TR" sz="2400" b="1" kern="1200" dirty="0">
                <a:latin typeface="+mn-lt"/>
                <a:ea typeface="SimSun" panose="02010600030101010101" pitchFamily="2" charset="-122"/>
                <a:cs typeface="+mn-cs"/>
              </a:rPr>
              <a:t>T</a:t>
            </a:r>
            <a:r>
              <a:rPr lang="en-US" altLang="en-US" sz="2400" b="1" kern="1200" dirty="0">
                <a:latin typeface="+mn-lt"/>
                <a:ea typeface="SimSun" panose="02010600030101010101" pitchFamily="2" charset="-122"/>
                <a:cs typeface="+mn-cs"/>
              </a:rPr>
              <a:t>ü</a:t>
            </a:r>
            <a:r>
              <a:rPr lang="en-US" altLang="tr-TR" sz="2400" b="1" kern="1200" dirty="0">
                <a:latin typeface="+mn-lt"/>
                <a:ea typeface="SimSun" panose="02010600030101010101" pitchFamily="2" charset="-122"/>
                <a:cs typeface="+mn-cs"/>
              </a:rPr>
              <a:t>ketici Ne Zaman Haks</a:t>
            </a:r>
            <a:r>
              <a:rPr lang="" altLang="en-US" sz="2400" b="1" kern="1200" dirty="0">
                <a:latin typeface="+mn-lt"/>
                <a:ea typeface="SimSun" panose="02010600030101010101" pitchFamily="2" charset="-122"/>
                <a:cs typeface="+mn-cs"/>
              </a:rPr>
              <a:t>ı</a:t>
            </a:r>
            <a:r>
              <a:rPr lang="en-US" altLang="tr-TR" sz="2400" b="1" kern="1200" dirty="0">
                <a:latin typeface="+mn-lt"/>
                <a:ea typeface="SimSun" panose="02010600030101010101" pitchFamily="2" charset="-122"/>
                <a:cs typeface="+mn-cs"/>
              </a:rPr>
              <a:t>zd</a:t>
            </a:r>
            <a:r>
              <a:rPr lang="" altLang="en-US" sz="2400" b="1" kern="1200" dirty="0">
                <a:latin typeface="+mn-lt"/>
                <a:ea typeface="SimSun" panose="02010600030101010101" pitchFamily="2" charset="-122"/>
                <a:cs typeface="+mn-cs"/>
              </a:rPr>
              <a:t>ı</a:t>
            </a:r>
            <a:r>
              <a:rPr lang="en-US" altLang="tr-TR" sz="2400" b="1" kern="1200" dirty="0">
                <a:latin typeface="+mn-lt"/>
                <a:ea typeface="SimSun" panose="02010600030101010101" pitchFamily="2" charset="-122"/>
                <a:cs typeface="+mn-cs"/>
              </a:rPr>
              <a:t>r? (Kullan</a:t>
            </a:r>
            <a:r>
              <a:rPr lang="" altLang="en-US" sz="2400" b="1" kern="1200" dirty="0">
                <a:latin typeface="+mn-lt"/>
                <a:ea typeface="SimSun" panose="02010600030101010101" pitchFamily="2" charset="-122"/>
                <a:cs typeface="+mn-cs"/>
              </a:rPr>
              <a:t>ı</a:t>
            </a:r>
            <a:r>
              <a:rPr lang="en-US" altLang="tr-TR" sz="2400" b="1" kern="1200" dirty="0">
                <a:latin typeface="+mn-lt"/>
                <a:ea typeface="SimSun" panose="02010600030101010101" pitchFamily="2" charset="-122"/>
                <a:cs typeface="+mn-cs"/>
              </a:rPr>
              <a:t>c</a:t>
            </a:r>
            <a:r>
              <a:rPr lang="" altLang="en-US" sz="2400" b="1" kern="1200" dirty="0">
                <a:latin typeface="+mn-lt"/>
                <a:ea typeface="SimSun" panose="02010600030101010101" pitchFamily="2" charset="-122"/>
                <a:cs typeface="+mn-cs"/>
              </a:rPr>
              <a:t>ı</a:t>
            </a:r>
            <a:r>
              <a:rPr lang="en-US" altLang="tr-TR" sz="2400" b="1" kern="1200" dirty="0">
                <a:latin typeface="+mn-lt"/>
                <a:ea typeface="SimSun" panose="02010600030101010101" pitchFamily="2" charset="-122"/>
                <a:cs typeface="+mn-cs"/>
              </a:rPr>
              <a:t> Hatas</a:t>
            </a:r>
            <a:r>
              <a:rPr lang="" altLang="en-US" sz="2400" b="1" kern="1200" dirty="0">
                <a:latin typeface="+mn-lt"/>
                <a:ea typeface="SimSun" panose="02010600030101010101" pitchFamily="2" charset="-122"/>
                <a:cs typeface="+mn-cs"/>
              </a:rPr>
              <a:t>ı</a:t>
            </a:r>
            <a:r>
              <a:rPr lang="en-US" altLang="tr-TR" sz="2400" b="1" kern="1200" dirty="0">
                <a:latin typeface="+mn-lt"/>
                <a:ea typeface="SimSun" panose="02010600030101010101" pitchFamily="2" charset="-122"/>
                <a:cs typeface="+mn-cs"/>
              </a:rPr>
              <a:t>)</a:t>
            </a:r>
            <a:endParaRPr lang="en-US" altLang="tr-TR" sz="2400" b="1"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sz="2400" kern="1200" dirty="0">
                <a:latin typeface="+mn-lt"/>
                <a:ea typeface="SimSun" panose="02010600030101010101" pitchFamily="2" charset="-122"/>
                <a:cs typeface="+mn-cs"/>
              </a:rPr>
              <a:t>Kullan</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m Hatas</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 </a:t>
            </a:r>
            <a:r>
              <a:rPr lang="" altLang="en-US" sz="2400" kern="1200" dirty="0">
                <a:latin typeface="+mn-lt"/>
                <a:ea typeface="SimSun" panose="02010600030101010101" pitchFamily="2" charset="-122"/>
                <a:cs typeface="+mn-cs"/>
              </a:rPr>
              <a:t>Ü</a:t>
            </a:r>
            <a:r>
              <a:rPr lang="en-US" altLang="tr-TR" sz="2400" kern="1200" dirty="0">
                <a:latin typeface="+mn-lt"/>
                <a:ea typeface="SimSun" panose="02010600030101010101" pitchFamily="2" charset="-122"/>
                <a:cs typeface="+mn-cs"/>
              </a:rPr>
              <a:t>r</a:t>
            </a:r>
            <a:r>
              <a:rPr lang="en-US" altLang="en-US" sz="2400" kern="1200" dirty="0">
                <a:latin typeface="+mn-lt"/>
                <a:ea typeface="SimSun" panose="02010600030101010101" pitchFamily="2" charset="-122"/>
                <a:cs typeface="+mn-cs"/>
              </a:rPr>
              <a:t>ü</a:t>
            </a:r>
            <a:r>
              <a:rPr lang="en-US" altLang="tr-TR" sz="2400" kern="1200" dirty="0">
                <a:latin typeface="+mn-lt"/>
                <a:ea typeface="SimSun" panose="02010600030101010101" pitchFamily="2" charset="-122"/>
                <a:cs typeface="+mn-cs"/>
              </a:rPr>
              <a:t>n</a:t>
            </a:r>
            <a:r>
              <a:rPr lang="en-US" altLang="en-US" sz="2400" kern="1200" dirty="0">
                <a:latin typeface="+mn-lt"/>
                <a:ea typeface="SimSun" panose="02010600030101010101" pitchFamily="2" charset="-122"/>
                <a:cs typeface="+mn-cs"/>
              </a:rPr>
              <a:t>ü</a:t>
            </a:r>
            <a:r>
              <a:rPr lang="en-US" altLang="tr-TR" sz="2400" kern="1200" dirty="0">
                <a:latin typeface="+mn-lt"/>
                <a:ea typeface="SimSun" panose="02010600030101010101" pitchFamily="2" charset="-122"/>
                <a:cs typeface="+mn-cs"/>
              </a:rPr>
              <a:t>n ar</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zas</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 t</a:t>
            </a:r>
            <a:r>
              <a:rPr lang="en-US" altLang="en-US" sz="2400" kern="1200" dirty="0">
                <a:latin typeface="+mn-lt"/>
                <a:ea typeface="SimSun" panose="02010600030101010101" pitchFamily="2" charset="-122"/>
                <a:cs typeface="+mn-cs"/>
              </a:rPr>
              <a:t>ü</a:t>
            </a:r>
            <a:r>
              <a:rPr lang="en-US" altLang="tr-TR" sz="2400" kern="1200" dirty="0">
                <a:latin typeface="+mn-lt"/>
                <a:ea typeface="SimSun" panose="02010600030101010101" pitchFamily="2" charset="-122"/>
                <a:cs typeface="+mn-cs"/>
              </a:rPr>
              <a:t>keticinin kendisinden kaynaklan</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yorsa (</a:t>
            </a:r>
            <a:r>
              <a:rPr lang="en-US" altLang="en-US" sz="2400" kern="1200" dirty="0">
                <a:latin typeface="+mn-lt"/>
                <a:ea typeface="SimSun" panose="02010600030101010101" pitchFamily="2" charset="-122"/>
                <a:cs typeface="+mn-cs"/>
              </a:rPr>
              <a:t>Ö</a:t>
            </a:r>
            <a:r>
              <a:rPr lang="en-US" altLang="tr-TR" sz="2400" kern="1200" dirty="0">
                <a:latin typeface="+mn-lt"/>
                <a:ea typeface="SimSun" panose="02010600030101010101" pitchFamily="2" charset="-122"/>
                <a:cs typeface="+mn-cs"/>
              </a:rPr>
              <a:t>rn: Telefonu suya d</a:t>
            </a:r>
            <a:r>
              <a:rPr lang="en-US" altLang="en-US" sz="2400" kern="1200" dirty="0">
                <a:latin typeface="+mn-lt"/>
                <a:ea typeface="SimSun" panose="02010600030101010101" pitchFamily="2" charset="-122"/>
                <a:cs typeface="+mn-cs"/>
              </a:rPr>
              <a:t>ü</a:t>
            </a:r>
            <a:r>
              <a:rPr lang="" altLang="en-US" sz="2400" kern="1200" dirty="0">
                <a:latin typeface="+mn-lt"/>
                <a:ea typeface="SimSun" panose="02010600030101010101" pitchFamily="2" charset="-122"/>
                <a:cs typeface="+mn-cs"/>
              </a:rPr>
              <a:t>ş</a:t>
            </a:r>
            <a:r>
              <a:rPr lang="en-US" altLang="en-US" sz="2400" kern="1200" dirty="0">
                <a:latin typeface="+mn-lt"/>
                <a:ea typeface="SimSun" panose="02010600030101010101" pitchFamily="2" charset="-122"/>
                <a:cs typeface="+mn-cs"/>
              </a:rPr>
              <a:t>ü</a:t>
            </a:r>
            <a:r>
              <a:rPr lang="en-US" altLang="tr-TR" sz="2400" kern="1200" dirty="0">
                <a:latin typeface="+mn-lt"/>
                <a:ea typeface="SimSun" panose="02010600030101010101" pitchFamily="2" charset="-122"/>
                <a:cs typeface="+mn-cs"/>
              </a:rPr>
              <a:t>rmek, ekran</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 k</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rmak, yaz</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l</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m</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 k</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rmak, yanl</a:t>
            </a:r>
            <a:r>
              <a:rPr lang="" altLang="en-US" sz="2400" kern="1200" dirty="0">
                <a:latin typeface="+mn-lt"/>
                <a:ea typeface="SimSun" panose="02010600030101010101" pitchFamily="2" charset="-122"/>
                <a:cs typeface="+mn-cs"/>
              </a:rPr>
              <a:t>ış</a:t>
            </a:r>
            <a:r>
              <a:rPr lang="en-US" altLang="tr-TR" sz="2400" kern="1200" dirty="0">
                <a:latin typeface="+mn-lt"/>
                <a:ea typeface="SimSun" panose="02010600030101010101" pitchFamily="2" charset="-122"/>
                <a:cs typeface="+mn-cs"/>
              </a:rPr>
              <a:t> voltaj kullanmak).</a:t>
            </a:r>
            <a:endParaRPr lang="en-US" altLang="tr-TR" sz="2400"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sz="2400" kern="1200" dirty="0">
                <a:latin typeface="+mn-lt"/>
                <a:ea typeface="SimSun" panose="02010600030101010101" pitchFamily="2" charset="-122"/>
                <a:cs typeface="+mn-cs"/>
              </a:rPr>
              <a:t>Normal Eskime: </a:t>
            </a:r>
            <a:r>
              <a:rPr lang="" altLang="en-US" sz="2400" kern="1200" dirty="0">
                <a:latin typeface="+mn-lt"/>
                <a:ea typeface="SimSun" panose="02010600030101010101" pitchFamily="2" charset="-122"/>
                <a:cs typeface="+mn-cs"/>
              </a:rPr>
              <a:t>Ü</a:t>
            </a:r>
            <a:r>
              <a:rPr lang="en-US" altLang="tr-TR" sz="2400" kern="1200" dirty="0">
                <a:latin typeface="+mn-lt"/>
                <a:ea typeface="SimSun" panose="02010600030101010101" pitchFamily="2" charset="-122"/>
                <a:cs typeface="+mn-cs"/>
              </a:rPr>
              <a:t>r</a:t>
            </a:r>
            <a:r>
              <a:rPr lang="en-US" altLang="en-US" sz="2400" kern="1200" dirty="0">
                <a:latin typeface="+mn-lt"/>
                <a:ea typeface="SimSun" panose="02010600030101010101" pitchFamily="2" charset="-122"/>
                <a:cs typeface="+mn-cs"/>
              </a:rPr>
              <a:t>ü</a:t>
            </a:r>
            <a:r>
              <a:rPr lang="en-US" altLang="tr-TR" sz="2400" kern="1200" dirty="0">
                <a:latin typeface="+mn-lt"/>
                <a:ea typeface="SimSun" panose="02010600030101010101" pitchFamily="2" charset="-122"/>
                <a:cs typeface="+mn-cs"/>
              </a:rPr>
              <a:t>n</a:t>
            </a:r>
            <a:r>
              <a:rPr lang="en-US" altLang="en-US" sz="2400" kern="1200" dirty="0">
                <a:latin typeface="+mn-lt"/>
                <a:ea typeface="SimSun" panose="02010600030101010101" pitchFamily="2" charset="-122"/>
                <a:cs typeface="+mn-cs"/>
              </a:rPr>
              <a:t>ü</a:t>
            </a:r>
            <a:r>
              <a:rPr lang="en-US" altLang="tr-TR" sz="2400" kern="1200" dirty="0">
                <a:latin typeface="+mn-lt"/>
                <a:ea typeface="SimSun" panose="02010600030101010101" pitchFamily="2" charset="-122"/>
                <a:cs typeface="+mn-cs"/>
              </a:rPr>
              <a:t>n 2 y</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l i</a:t>
            </a:r>
            <a:r>
              <a:rPr lang="" altLang="en-US" sz="2400" kern="1200" dirty="0">
                <a:latin typeface="+mn-lt"/>
                <a:ea typeface="SimSun" panose="02010600030101010101" pitchFamily="2" charset="-122"/>
                <a:cs typeface="+mn-cs"/>
              </a:rPr>
              <a:t>ç</a:t>
            </a:r>
            <a:r>
              <a:rPr lang="en-US" altLang="tr-TR" sz="2400" kern="1200" dirty="0">
                <a:latin typeface="+mn-lt"/>
                <a:ea typeface="SimSun" panose="02010600030101010101" pitchFamily="2" charset="-122"/>
                <a:cs typeface="+mn-cs"/>
              </a:rPr>
              <a:t>inde normal kullan</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m</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 sonucu do</a:t>
            </a:r>
            <a:r>
              <a:rPr lang="" altLang="en-US" sz="2400" kern="1200" dirty="0">
                <a:latin typeface="+mn-lt"/>
                <a:ea typeface="SimSun" panose="02010600030101010101" pitchFamily="2" charset="-122"/>
                <a:cs typeface="+mn-cs"/>
              </a:rPr>
              <a:t>ğ</a:t>
            </a:r>
            <a:r>
              <a:rPr lang="en-US" altLang="tr-TR" sz="2400" kern="1200" dirty="0">
                <a:latin typeface="+mn-lt"/>
                <a:ea typeface="SimSun" panose="02010600030101010101" pitchFamily="2" charset="-122"/>
                <a:cs typeface="+mn-cs"/>
              </a:rPr>
              <a:t>al olarak y</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pranmas</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/eskimesi (</a:t>
            </a:r>
            <a:r>
              <a:rPr lang="en-US" altLang="en-US" sz="2400" kern="1200" dirty="0">
                <a:latin typeface="+mn-lt"/>
                <a:ea typeface="SimSun" panose="02010600030101010101" pitchFamily="2" charset="-122"/>
                <a:cs typeface="+mn-cs"/>
              </a:rPr>
              <a:t>Ö</a:t>
            </a:r>
            <a:r>
              <a:rPr lang="en-US" altLang="tr-TR" sz="2400" kern="1200" dirty="0">
                <a:latin typeface="+mn-lt"/>
                <a:ea typeface="SimSun" panose="02010600030101010101" pitchFamily="2" charset="-122"/>
                <a:cs typeface="+mn-cs"/>
              </a:rPr>
              <a:t>rn: Ayakkab</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 taban</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n</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n a</a:t>
            </a:r>
            <a:r>
              <a:rPr lang="" altLang="en-US" sz="2400" kern="1200" dirty="0">
                <a:latin typeface="+mn-lt"/>
                <a:ea typeface="SimSun" panose="02010600030101010101" pitchFamily="2" charset="-122"/>
                <a:cs typeface="+mn-cs"/>
              </a:rPr>
              <a:t>şı</a:t>
            </a:r>
            <a:r>
              <a:rPr lang="en-US" altLang="tr-TR" sz="2400" kern="1200" dirty="0">
                <a:latin typeface="+mn-lt"/>
                <a:ea typeface="SimSun" panose="02010600030101010101" pitchFamily="2" charset="-122"/>
                <a:cs typeface="+mn-cs"/>
              </a:rPr>
              <a:t>nmas</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 bir ay</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p de</a:t>
            </a:r>
            <a:r>
              <a:rPr lang="" altLang="en-US" sz="2400" kern="1200" dirty="0">
                <a:latin typeface="+mn-lt"/>
                <a:ea typeface="SimSun" panose="02010600030101010101" pitchFamily="2" charset="-122"/>
                <a:cs typeface="+mn-cs"/>
              </a:rPr>
              <a:t>ğ</a:t>
            </a:r>
            <a:r>
              <a:rPr lang="en-US" altLang="tr-TR" sz="2400" kern="1200" dirty="0">
                <a:latin typeface="+mn-lt"/>
                <a:ea typeface="SimSun" panose="02010600030101010101" pitchFamily="2" charset="-122"/>
                <a:cs typeface="+mn-cs"/>
              </a:rPr>
              <a:t>ildir.</a:t>
            </a:r>
            <a:endParaRPr lang="en-US" altLang="tr-TR" sz="2400"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sz="2400" kern="1200" dirty="0">
                <a:latin typeface="+mn-lt"/>
                <a:ea typeface="SimSun" panose="02010600030101010101" pitchFamily="2" charset="-122"/>
                <a:cs typeface="+mn-cs"/>
              </a:rPr>
              <a:t>Ay</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b</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 Bilerek Alma: Sat</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n al</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rken (</a:t>
            </a:r>
            <a:r>
              <a:rPr lang="en-US" altLang="en-US" sz="2400" kern="1200" dirty="0">
                <a:latin typeface="+mn-lt"/>
                <a:ea typeface="SimSun" panose="02010600030101010101" pitchFamily="2" charset="-122"/>
                <a:cs typeface="+mn-cs"/>
              </a:rPr>
              <a:t>Ö</a:t>
            </a:r>
            <a:r>
              <a:rPr lang="en-US" altLang="tr-TR" sz="2400" kern="1200" dirty="0">
                <a:latin typeface="+mn-lt"/>
                <a:ea typeface="SimSun" panose="02010600030101010101" pitchFamily="2" charset="-122"/>
                <a:cs typeface="+mn-cs"/>
              </a:rPr>
              <a:t>rn: "Outlet" veya "Te</a:t>
            </a:r>
            <a:r>
              <a:rPr lang="" altLang="en-US" sz="2400" kern="1200" dirty="0">
                <a:latin typeface="+mn-lt"/>
                <a:ea typeface="SimSun" panose="02010600030101010101" pitchFamily="2" charset="-122"/>
                <a:cs typeface="+mn-cs"/>
              </a:rPr>
              <a:t>ş</a:t>
            </a:r>
            <a:r>
              <a:rPr lang="en-US" altLang="tr-TR" sz="2400" kern="1200" dirty="0">
                <a:latin typeface="+mn-lt"/>
                <a:ea typeface="SimSun" panose="02010600030101010101" pitchFamily="2" charset="-122"/>
                <a:cs typeface="+mn-cs"/>
              </a:rPr>
              <a:t>hir </a:t>
            </a:r>
            <a:r>
              <a:rPr lang="" altLang="en-US" sz="2400" kern="1200" dirty="0">
                <a:latin typeface="+mn-lt"/>
                <a:ea typeface="SimSun" panose="02010600030101010101" pitchFamily="2" charset="-122"/>
                <a:cs typeface="+mn-cs"/>
              </a:rPr>
              <a:t>Ü</a:t>
            </a:r>
            <a:r>
              <a:rPr lang="en-US" altLang="tr-TR" sz="2400" kern="1200" dirty="0">
                <a:latin typeface="+mn-lt"/>
                <a:ea typeface="SimSun" panose="02010600030101010101" pitchFamily="2" charset="-122"/>
                <a:cs typeface="+mn-cs"/>
              </a:rPr>
              <a:t>r</a:t>
            </a:r>
            <a:r>
              <a:rPr lang="en-US" altLang="en-US" sz="2400" kern="1200" dirty="0">
                <a:latin typeface="+mn-lt"/>
                <a:ea typeface="SimSun" panose="02010600030101010101" pitchFamily="2" charset="-122"/>
                <a:cs typeface="+mn-cs"/>
              </a:rPr>
              <a:t>ü</a:t>
            </a:r>
            <a:r>
              <a:rPr lang="en-US" altLang="tr-TR" sz="2400" kern="1200" dirty="0">
                <a:latin typeface="+mn-lt"/>
                <a:ea typeface="SimSun" panose="02010600030101010101" pitchFamily="2" charset="-122"/>
                <a:cs typeface="+mn-cs"/>
              </a:rPr>
              <a:t>n</a:t>
            </a:r>
            <a:r>
              <a:rPr lang="en-US" altLang="en-US" sz="2400" kern="1200" dirty="0">
                <a:latin typeface="+mn-lt"/>
                <a:ea typeface="SimSun" panose="02010600030101010101" pitchFamily="2" charset="-122"/>
                <a:cs typeface="+mn-cs"/>
              </a:rPr>
              <a:t>ü</a:t>
            </a:r>
            <a:r>
              <a:rPr lang="en-US" altLang="tr-TR" sz="2400" kern="1200" dirty="0">
                <a:latin typeface="+mn-lt"/>
                <a:ea typeface="SimSun" panose="02010600030101010101" pitchFamily="2" charset="-122"/>
                <a:cs typeface="+mn-cs"/>
              </a:rPr>
              <a:t>") "Bu </a:t>
            </a:r>
            <a:r>
              <a:rPr lang="en-US" altLang="en-US" sz="2400" kern="1200" dirty="0">
                <a:latin typeface="+mn-lt"/>
                <a:ea typeface="SimSun" panose="02010600030101010101" pitchFamily="2" charset="-122"/>
                <a:cs typeface="+mn-cs"/>
              </a:rPr>
              <a:t>ü</a:t>
            </a:r>
            <a:r>
              <a:rPr lang="en-US" altLang="tr-TR" sz="2400" kern="1200" dirty="0">
                <a:latin typeface="+mn-lt"/>
                <a:ea typeface="SimSun" panose="02010600030101010101" pitchFamily="2" charset="-122"/>
                <a:cs typeface="+mn-cs"/>
              </a:rPr>
              <a:t>r</a:t>
            </a:r>
            <a:r>
              <a:rPr lang="en-US" altLang="en-US" sz="2400" kern="1200" dirty="0">
                <a:latin typeface="+mn-lt"/>
                <a:ea typeface="SimSun" panose="02010600030101010101" pitchFamily="2" charset="-122"/>
                <a:cs typeface="+mn-cs"/>
              </a:rPr>
              <a:t>ü</a:t>
            </a:r>
            <a:r>
              <a:rPr lang="en-US" altLang="tr-TR" sz="2400" kern="1200" dirty="0">
                <a:latin typeface="+mn-lt"/>
                <a:ea typeface="SimSun" panose="02010600030101010101" pitchFamily="2" charset="-122"/>
                <a:cs typeface="+mn-cs"/>
              </a:rPr>
              <a:t>nde </a:t>
            </a:r>
            <a:r>
              <a:rPr lang="" altLang="en-US" sz="2400" kern="1200" dirty="0">
                <a:latin typeface="+mn-lt"/>
                <a:ea typeface="SimSun" panose="02010600030101010101" pitchFamily="2" charset="-122"/>
                <a:cs typeface="+mn-cs"/>
              </a:rPr>
              <a:t>ş</a:t>
            </a:r>
            <a:r>
              <a:rPr lang="en-US" altLang="tr-TR" sz="2400" kern="1200" dirty="0">
                <a:latin typeface="+mn-lt"/>
                <a:ea typeface="SimSun" panose="02010600030101010101" pitchFamily="2" charset="-122"/>
                <a:cs typeface="+mn-cs"/>
              </a:rPr>
              <a:t>u </a:t>
            </a:r>
            <a:r>
              <a:rPr lang="" altLang="en-US" sz="2400" kern="1200" dirty="0">
                <a:latin typeface="+mn-lt"/>
                <a:ea typeface="SimSun" panose="02010600030101010101" pitchFamily="2" charset="-122"/>
                <a:cs typeface="+mn-cs"/>
              </a:rPr>
              <a:t>ç</a:t>
            </a:r>
            <a:r>
              <a:rPr lang="en-US" altLang="tr-TR" sz="2400" kern="1200" dirty="0">
                <a:latin typeface="+mn-lt"/>
                <a:ea typeface="SimSun" panose="02010600030101010101" pitchFamily="2" charset="-122"/>
                <a:cs typeface="+mn-cs"/>
              </a:rPr>
              <a:t>izik var" veya "Bu tu</a:t>
            </a:r>
            <a:r>
              <a:rPr lang="" altLang="en-US" sz="2400" kern="1200" dirty="0">
                <a:latin typeface="+mn-lt"/>
                <a:ea typeface="SimSun" panose="02010600030101010101" pitchFamily="2" charset="-122"/>
                <a:cs typeface="+mn-cs"/>
              </a:rPr>
              <a:t>ş</a:t>
            </a:r>
            <a:r>
              <a:rPr lang="en-US" altLang="tr-TR" sz="2400" kern="1200" dirty="0">
                <a:latin typeface="+mn-lt"/>
                <a:ea typeface="SimSun" panose="02010600030101010101" pitchFamily="2" charset="-122"/>
                <a:cs typeface="+mn-cs"/>
              </a:rPr>
              <a:t>u basm</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yor" diye size a</a:t>
            </a:r>
            <a:r>
              <a:rPr lang="" altLang="en-US" sz="2400" kern="1200" dirty="0">
                <a:latin typeface="+mn-lt"/>
                <a:ea typeface="SimSun" panose="02010600030101010101" pitchFamily="2" charset="-122"/>
                <a:cs typeface="+mn-cs"/>
              </a:rPr>
              <a:t>çı</a:t>
            </a:r>
            <a:r>
              <a:rPr lang="en-US" altLang="tr-TR" sz="2400" kern="1200" dirty="0">
                <a:latin typeface="+mn-lt"/>
                <a:ea typeface="SimSun" panose="02010600030101010101" pitchFamily="2" charset="-122"/>
                <a:cs typeface="+mn-cs"/>
              </a:rPr>
              <a:t>k</a:t>
            </a:r>
            <a:r>
              <a:rPr lang="" altLang="en-US" sz="2400" kern="1200" dirty="0">
                <a:latin typeface="+mn-lt"/>
                <a:ea typeface="SimSun" panose="02010600030101010101" pitchFamily="2" charset="-122"/>
                <a:cs typeface="+mn-cs"/>
              </a:rPr>
              <a:t>ç</a:t>
            </a:r>
            <a:r>
              <a:rPr lang="en-US" altLang="tr-TR" sz="2400" kern="1200" dirty="0">
                <a:latin typeface="+mn-lt"/>
                <a:ea typeface="SimSun" panose="02010600030101010101" pitchFamily="2" charset="-122"/>
                <a:cs typeface="+mn-cs"/>
              </a:rPr>
              <a:t>a belirtilen ve bu nedenle indirimli ald</a:t>
            </a:r>
            <a:r>
              <a:rPr lang="" altLang="en-US" sz="2400" kern="1200" dirty="0">
                <a:latin typeface="+mn-lt"/>
                <a:ea typeface="SimSun" panose="02010600030101010101" pitchFamily="2" charset="-122"/>
                <a:cs typeface="+mn-cs"/>
              </a:rPr>
              <a:t>ığı</a:t>
            </a:r>
            <a:r>
              <a:rPr lang="en-US" altLang="tr-TR" sz="2400" kern="1200" dirty="0">
                <a:latin typeface="+mn-lt"/>
                <a:ea typeface="SimSun" panose="02010600030101010101" pitchFamily="2" charset="-122"/>
                <a:cs typeface="+mn-cs"/>
              </a:rPr>
              <a:t>n</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z bir kusur i</a:t>
            </a:r>
            <a:r>
              <a:rPr lang="" altLang="en-US" sz="2400" kern="1200" dirty="0">
                <a:latin typeface="+mn-lt"/>
                <a:ea typeface="SimSun" panose="02010600030101010101" pitchFamily="2" charset="-122"/>
                <a:cs typeface="+mn-cs"/>
              </a:rPr>
              <a:t>ç</a:t>
            </a:r>
            <a:r>
              <a:rPr lang="en-US" altLang="tr-TR" sz="2400" kern="1200" dirty="0">
                <a:latin typeface="+mn-lt"/>
                <a:ea typeface="SimSun" panose="02010600030101010101" pitchFamily="2" charset="-122"/>
                <a:cs typeface="+mn-cs"/>
              </a:rPr>
              <a:t>in sonradan </a:t>
            </a:r>
            <a:r>
              <a:rPr lang="" altLang="en-US" sz="2400" kern="1200" dirty="0">
                <a:latin typeface="+mn-lt"/>
                <a:ea typeface="SimSun" panose="02010600030101010101" pitchFamily="2" charset="-122"/>
                <a:cs typeface="+mn-cs"/>
              </a:rPr>
              <a:t>ş</a:t>
            </a:r>
            <a:r>
              <a:rPr lang="en-US" altLang="tr-TR" sz="2400" kern="1200" dirty="0">
                <a:latin typeface="+mn-lt"/>
                <a:ea typeface="SimSun" panose="02010600030101010101" pitchFamily="2" charset="-122"/>
                <a:cs typeface="+mn-cs"/>
              </a:rPr>
              <a:t>ik</a:t>
            </a:r>
            <a:r>
              <a:rPr lang="en-US" altLang="en-US" sz="2400" kern="1200" dirty="0">
                <a:latin typeface="+mn-lt"/>
                <a:ea typeface="SimSun" panose="02010600030101010101" pitchFamily="2" charset="-122"/>
                <a:cs typeface="+mn-cs"/>
              </a:rPr>
              <a:t>â</a:t>
            </a:r>
            <a:r>
              <a:rPr lang="en-US" altLang="tr-TR" sz="2400" kern="1200" dirty="0">
                <a:latin typeface="+mn-lt"/>
                <a:ea typeface="SimSun" panose="02010600030101010101" pitchFamily="2" charset="-122"/>
                <a:cs typeface="+mn-cs"/>
              </a:rPr>
              <a:t>yet edemezsiniz.</a:t>
            </a:r>
            <a:endParaRPr lang="en-US" altLang="tr-TR" sz="2400"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 altLang="en-US" sz="2400" kern="1200" dirty="0">
                <a:latin typeface="+mn-lt"/>
                <a:ea typeface="SimSun" panose="02010600030101010101" pitchFamily="2" charset="-122"/>
                <a:cs typeface="+mn-cs"/>
              </a:rPr>
              <a:t>İ</a:t>
            </a:r>
            <a:r>
              <a:rPr lang="en-US" altLang="tr-TR" sz="2400" kern="1200" dirty="0">
                <a:latin typeface="+mn-lt"/>
                <a:ea typeface="SimSun" panose="02010600030101010101" pitchFamily="2" charset="-122"/>
                <a:cs typeface="+mn-cs"/>
              </a:rPr>
              <a:t>stisna (Hile): E</a:t>
            </a:r>
            <a:r>
              <a:rPr lang="" altLang="en-US" sz="2400" kern="1200" dirty="0">
                <a:latin typeface="+mn-lt"/>
                <a:ea typeface="SimSun" panose="02010600030101010101" pitchFamily="2" charset="-122"/>
                <a:cs typeface="+mn-cs"/>
              </a:rPr>
              <a:t>ğ</a:t>
            </a:r>
            <a:r>
              <a:rPr lang="en-US" altLang="tr-TR" sz="2400" kern="1200" dirty="0">
                <a:latin typeface="+mn-lt"/>
                <a:ea typeface="SimSun" panose="02010600030101010101" pitchFamily="2" charset="-122"/>
                <a:cs typeface="+mn-cs"/>
              </a:rPr>
              <a:t>er sat</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c</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 ay</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b</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 hile ile veya a</a:t>
            </a:r>
            <a:r>
              <a:rPr lang="" altLang="en-US" sz="2400" kern="1200" dirty="0">
                <a:latin typeface="+mn-lt"/>
                <a:ea typeface="SimSun" panose="02010600030101010101" pitchFamily="2" charset="-122"/>
                <a:cs typeface="+mn-cs"/>
              </a:rPr>
              <a:t>ğı</a:t>
            </a:r>
            <a:r>
              <a:rPr lang="en-US" altLang="tr-TR" sz="2400" kern="1200" dirty="0">
                <a:latin typeface="+mn-lt"/>
                <a:ea typeface="SimSun" panose="02010600030101010101" pitchFamily="2" charset="-122"/>
                <a:cs typeface="+mn-cs"/>
              </a:rPr>
              <a:t>r kusurla gizlemi</a:t>
            </a:r>
            <a:r>
              <a:rPr lang="" altLang="en-US" sz="2400" kern="1200" dirty="0">
                <a:latin typeface="+mn-lt"/>
                <a:ea typeface="SimSun" panose="02010600030101010101" pitchFamily="2" charset="-122"/>
                <a:cs typeface="+mn-cs"/>
              </a:rPr>
              <a:t>ş</a:t>
            </a:r>
            <a:r>
              <a:rPr lang="en-US" altLang="tr-TR" sz="2400" kern="1200" dirty="0">
                <a:latin typeface="+mn-lt"/>
                <a:ea typeface="SimSun" panose="02010600030101010101" pitchFamily="2" charset="-122"/>
                <a:cs typeface="+mn-cs"/>
              </a:rPr>
              <a:t>se, 2 y</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ll</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k zaman a</a:t>
            </a:r>
            <a:r>
              <a:rPr lang="" altLang="en-US" sz="2400" kern="1200" dirty="0">
                <a:latin typeface="+mn-lt"/>
                <a:ea typeface="SimSun" panose="02010600030101010101" pitchFamily="2" charset="-122"/>
                <a:cs typeface="+mn-cs"/>
              </a:rPr>
              <a:t>şı</a:t>
            </a:r>
            <a:r>
              <a:rPr lang="en-US" altLang="tr-TR" sz="2400" kern="1200" dirty="0">
                <a:latin typeface="+mn-lt"/>
                <a:ea typeface="SimSun" panose="02010600030101010101" pitchFamily="2" charset="-122"/>
                <a:cs typeface="+mn-cs"/>
              </a:rPr>
              <a:t>m</a:t>
            </a:r>
            <a:r>
              <a:rPr lang=""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 s</a:t>
            </a:r>
            <a:r>
              <a:rPr lang="en-US" altLang="en-US" sz="2400" kern="1200" dirty="0">
                <a:latin typeface="+mn-lt"/>
                <a:ea typeface="SimSun" panose="02010600030101010101" pitchFamily="2" charset="-122"/>
                <a:cs typeface="+mn-cs"/>
              </a:rPr>
              <a:t>ü</a:t>
            </a:r>
            <a:r>
              <a:rPr lang="en-US" altLang="tr-TR" sz="2400" kern="1200" dirty="0">
                <a:latin typeface="+mn-lt"/>
                <a:ea typeface="SimSun" panose="02010600030101010101" pitchFamily="2" charset="-122"/>
                <a:cs typeface="+mn-cs"/>
              </a:rPr>
              <a:t>resi uygulanmaz.</a:t>
            </a:r>
            <a:endParaRPr lang="en-US" altLang="tr-TR" sz="2400" kern="1200" dirty="0">
              <a:latin typeface="+mn-lt"/>
              <a:ea typeface="SimSun" panose="02010600030101010101" pitchFamily="2" charset="-122"/>
              <a:cs typeface="+mn-cs"/>
            </a:endParaRPr>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41987"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Sözleşmeler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41988" name="Content Placeholder 2"/>
          <p:cNvSpPr>
            <a:spLocks noGrp="1"/>
          </p:cNvSpPr>
          <p:nvPr>
            <p:ph idx="1" hasCustomPrompt="1"/>
          </p:nvPr>
        </p:nvSpPr>
        <p:spPr>
          <a:xfrm>
            <a:off x="552450" y="719138"/>
            <a:ext cx="10515600" cy="5767387"/>
          </a:xfrm>
        </p:spPr>
        <p:txBody>
          <a:bodyPr vert="horz" wrap="square" lIns="91440" tIns="45720" rIns="91440" bIns="45720" anchor="t" anchorCtr="0"/>
          <a:p>
            <a:pPr marL="0" indent="0" eaLnBrk="1" hangingPunct="1">
              <a:buFont typeface="Arial" panose="020B0604020202020204" pitchFamily="34" charset="0"/>
              <a:buNone/>
            </a:pPr>
            <a:r>
              <a:rPr lang="en-US" altLang="tr-TR" b="1" kern="1200" dirty="0">
                <a:latin typeface="+mn-lt"/>
                <a:ea typeface="SimSun" panose="02010600030101010101" pitchFamily="2" charset="-122"/>
                <a:cs typeface="+mn-cs"/>
              </a:rPr>
              <a:t>Uyu</a:t>
            </a:r>
            <a:r>
              <a:rPr lang="" altLang="en-US" b="1" kern="1200" dirty="0">
                <a:latin typeface="+mn-lt"/>
                <a:ea typeface="SimSun" panose="02010600030101010101" pitchFamily="2" charset="-122"/>
                <a:cs typeface="+mn-cs"/>
              </a:rPr>
              <a:t>ş</a:t>
            </a:r>
            <a:r>
              <a:rPr lang="en-US" altLang="tr-TR" b="1" kern="1200" dirty="0">
                <a:latin typeface="+mn-lt"/>
                <a:ea typeface="SimSun" panose="02010600030101010101" pitchFamily="2" charset="-122"/>
                <a:cs typeface="+mn-cs"/>
              </a:rPr>
              <a:t>mazl</a:t>
            </a:r>
            <a:r>
              <a:rPr lang="" altLang="en-US" b="1" kern="1200" dirty="0">
                <a:latin typeface="+mn-lt"/>
                <a:ea typeface="SimSun" panose="02010600030101010101" pitchFamily="2" charset="-122"/>
                <a:cs typeface="+mn-cs"/>
              </a:rPr>
              <a:t>ı</a:t>
            </a:r>
            <a:r>
              <a:rPr lang="en-US" altLang="tr-TR" b="1" kern="1200" dirty="0">
                <a:latin typeface="+mn-lt"/>
                <a:ea typeface="SimSun" panose="02010600030101010101" pitchFamily="2" charset="-122"/>
                <a:cs typeface="+mn-cs"/>
              </a:rPr>
              <a:t>k </a:t>
            </a:r>
            <a:r>
              <a:rPr lang="" altLang="en-US" b="1" kern="1200" dirty="0">
                <a:latin typeface="+mn-lt"/>
                <a:ea typeface="SimSun" panose="02010600030101010101" pitchFamily="2" charset="-122"/>
                <a:cs typeface="+mn-cs"/>
              </a:rPr>
              <a:t>Ç</a:t>
            </a:r>
            <a:r>
              <a:rPr lang="en-US" altLang="en-US" b="1" kern="1200" dirty="0">
                <a:latin typeface="+mn-lt"/>
                <a:ea typeface="SimSun" panose="02010600030101010101" pitchFamily="2" charset="-122"/>
                <a:cs typeface="+mn-cs"/>
              </a:rPr>
              <a:t>ö</a:t>
            </a:r>
            <a:r>
              <a:rPr lang="en-US" altLang="tr-TR" b="1" kern="1200" dirty="0">
                <a:latin typeface="+mn-lt"/>
                <a:ea typeface="SimSun" panose="02010600030101010101" pitchFamily="2" charset="-122"/>
                <a:cs typeface="+mn-cs"/>
              </a:rPr>
              <a:t>z</a:t>
            </a:r>
            <a:r>
              <a:rPr lang="en-US" altLang="en-US" b="1" kern="1200" dirty="0">
                <a:latin typeface="+mn-lt"/>
                <a:ea typeface="SimSun" panose="02010600030101010101" pitchFamily="2" charset="-122"/>
                <a:cs typeface="+mn-cs"/>
              </a:rPr>
              <a:t>ü</a:t>
            </a:r>
            <a:r>
              <a:rPr lang="en-US" altLang="tr-TR" b="1" kern="1200" dirty="0">
                <a:latin typeface="+mn-lt"/>
                <a:ea typeface="SimSun" panose="02010600030101010101" pitchFamily="2" charset="-122"/>
                <a:cs typeface="+mn-cs"/>
              </a:rPr>
              <a:t>m Yolu: T</a:t>
            </a:r>
            <a:r>
              <a:rPr lang="en-US" altLang="en-US" b="1" kern="1200" dirty="0">
                <a:latin typeface="+mn-lt"/>
                <a:ea typeface="SimSun" panose="02010600030101010101" pitchFamily="2" charset="-122"/>
                <a:cs typeface="+mn-cs"/>
              </a:rPr>
              <a:t>ü</a:t>
            </a:r>
            <a:r>
              <a:rPr lang="en-US" altLang="tr-TR" b="1" kern="1200" dirty="0">
                <a:latin typeface="+mn-lt"/>
                <a:ea typeface="SimSun" panose="02010600030101010101" pitchFamily="2" charset="-122"/>
                <a:cs typeface="+mn-cs"/>
              </a:rPr>
              <a:t>ketici Hakem Heyeti (THH)</a:t>
            </a:r>
            <a:endParaRPr lang="en-US" altLang="tr-TR" b="1"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kern="1200" dirty="0">
                <a:latin typeface="+mn-lt"/>
                <a:ea typeface="SimSun" panose="02010600030101010101" pitchFamily="2" charset="-122"/>
                <a:cs typeface="+mn-cs"/>
              </a:rPr>
              <a:t>T</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ketici Hakem Heyetleri, t</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keticilerin sat</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c</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larla ya</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ad</a:t>
            </a:r>
            <a:r>
              <a:rPr lang="" altLang="en-US" kern="1200" dirty="0">
                <a:latin typeface="+mn-lt"/>
                <a:ea typeface="SimSun" panose="02010600030101010101" pitchFamily="2" charset="-122"/>
                <a:cs typeface="+mn-cs"/>
              </a:rPr>
              <a:t>ığı</a:t>
            </a:r>
            <a:r>
              <a:rPr lang="en-US" altLang="tr-TR" kern="1200" dirty="0">
                <a:latin typeface="+mn-lt"/>
                <a:ea typeface="SimSun" panose="02010600030101010101" pitchFamily="2" charset="-122"/>
                <a:cs typeface="+mn-cs"/>
              </a:rPr>
              <a:t> uyu</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mazl</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klar</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mahkemeye gitmeye gerek kalmadan, daha h</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zl</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kolay ve masrafs</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z bir </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ekilde </a:t>
            </a:r>
            <a:r>
              <a:rPr lang="" altLang="en-US" kern="1200" dirty="0">
                <a:latin typeface="+mn-lt"/>
                <a:ea typeface="SimSun" panose="02010600030101010101" pitchFamily="2" charset="-122"/>
                <a:cs typeface="+mn-cs"/>
              </a:rPr>
              <a:t>ç</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zmek i</a:t>
            </a:r>
            <a:r>
              <a:rPr lang="" altLang="en-US" kern="1200" dirty="0">
                <a:latin typeface="+mn-lt"/>
                <a:ea typeface="SimSun" panose="02010600030101010101" pitchFamily="2" charset="-122"/>
                <a:cs typeface="+mn-cs"/>
              </a:rPr>
              <a:t>ç</a:t>
            </a:r>
            <a:r>
              <a:rPr lang="en-US" altLang="tr-TR" kern="1200" dirty="0">
                <a:latin typeface="+mn-lt"/>
                <a:ea typeface="SimSun" panose="02010600030101010101" pitchFamily="2" charset="-122"/>
                <a:cs typeface="+mn-cs"/>
              </a:rPr>
              <a:t>in kurulmu</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 yar</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-yarg</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sal kurullard</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r.</a:t>
            </a:r>
            <a:endParaRPr lang="en-US" altLang="tr-TR"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kern="1200" dirty="0">
                <a:latin typeface="+mn-lt"/>
                <a:ea typeface="SimSun" panose="02010600030101010101" pitchFamily="2" charset="-122"/>
                <a:cs typeface="+mn-cs"/>
              </a:rPr>
              <a:t>Parasal S</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n</a:t>
            </a:r>
            <a:r>
              <a:rPr lang="" altLang="en-US" kern="1200" dirty="0">
                <a:latin typeface="+mn-lt"/>
                <a:ea typeface="SimSun" panose="02010600030101010101" pitchFamily="2" charset="-122"/>
                <a:cs typeface="+mn-cs"/>
              </a:rPr>
              <a:t>ı</a:t>
            </a:r>
            <a:r>
              <a:rPr lang="tr-TR" kern="1200" dirty="0">
                <a:latin typeface="+mn-lt"/>
                <a:ea typeface="SimSun" panose="02010600030101010101" pitchFamily="2" charset="-122"/>
                <a:cs typeface="+mn-cs"/>
              </a:rPr>
              <a:t>r</a:t>
            </a:r>
            <a:r>
              <a:rPr lang="en-US" altLang="tr-TR" kern="1200" dirty="0">
                <a:latin typeface="+mn-lt"/>
                <a:ea typeface="SimSun" panose="02010600030101010101" pitchFamily="2" charset="-122"/>
                <a:cs typeface="+mn-cs"/>
              </a:rPr>
              <a:t>: THH'lere ba</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vuru, uyu</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mazl</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k bedeline g</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re yap</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l</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r. Her y</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l bu s</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n</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r g</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ncellenir.</a:t>
            </a:r>
            <a:endParaRPr lang="en-US" altLang="tr-TR"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kern="1200" dirty="0">
                <a:latin typeface="+mn-lt"/>
                <a:ea typeface="SimSun" panose="02010600030101010101" pitchFamily="2" charset="-122"/>
                <a:cs typeface="+mn-cs"/>
              </a:rPr>
              <a:t>2025 y</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l</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i</a:t>
            </a:r>
            <a:r>
              <a:rPr lang="" altLang="en-US" kern="1200" dirty="0">
                <a:latin typeface="+mn-lt"/>
                <a:ea typeface="SimSun" panose="02010600030101010101" pitchFamily="2" charset="-122"/>
                <a:cs typeface="+mn-cs"/>
              </a:rPr>
              <a:t>ç</a:t>
            </a:r>
            <a:r>
              <a:rPr lang="en-US" altLang="tr-TR" kern="1200" dirty="0">
                <a:latin typeface="+mn-lt"/>
                <a:ea typeface="SimSun" panose="02010600030101010101" pitchFamily="2" charset="-122"/>
                <a:cs typeface="+mn-cs"/>
              </a:rPr>
              <a:t>in 104.000 TL'nin alt</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ndaki uyu</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mazl</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klar i</a:t>
            </a:r>
            <a:r>
              <a:rPr lang="" altLang="en-US" kern="1200" dirty="0">
                <a:latin typeface="+mn-lt"/>
                <a:ea typeface="SimSun" panose="02010600030101010101" pitchFamily="2" charset="-122"/>
                <a:cs typeface="+mn-cs"/>
              </a:rPr>
              <a:t>ç</a:t>
            </a:r>
            <a:r>
              <a:rPr lang="en-US" altLang="tr-TR" kern="1200" dirty="0">
                <a:latin typeface="+mn-lt"/>
                <a:ea typeface="SimSun" panose="02010600030101010101" pitchFamily="2" charset="-122"/>
                <a:cs typeface="+mn-cs"/>
              </a:rPr>
              <a:t>in T</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ketici Hakem Heyeti'ne ba</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vuru yap</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lmas</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zorunludur.</a:t>
            </a:r>
            <a:endParaRPr lang="en-US" altLang="tr-TR"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kern="1200" dirty="0">
                <a:latin typeface="+mn-lt"/>
                <a:ea typeface="SimSun" panose="02010600030101010101" pitchFamily="2" charset="-122"/>
                <a:cs typeface="+mn-cs"/>
              </a:rPr>
              <a:t>Bu bedelin </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zerindeki uyu</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mazl</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klar i</a:t>
            </a:r>
            <a:r>
              <a:rPr lang="" altLang="en-US" kern="1200" dirty="0">
                <a:latin typeface="+mn-lt"/>
                <a:ea typeface="SimSun" panose="02010600030101010101" pitchFamily="2" charset="-122"/>
                <a:cs typeface="+mn-cs"/>
              </a:rPr>
              <a:t>ç</a:t>
            </a:r>
            <a:r>
              <a:rPr lang="en-US" altLang="tr-TR" kern="1200" dirty="0">
                <a:latin typeface="+mn-lt"/>
                <a:ea typeface="SimSun" panose="02010600030101010101" pitchFamily="2" charset="-122"/>
                <a:cs typeface="+mn-cs"/>
              </a:rPr>
              <a:t>in ise T</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ketici Mahkemelerinde dava a</a:t>
            </a:r>
            <a:r>
              <a:rPr lang="" altLang="en-US" kern="1200" dirty="0">
                <a:latin typeface="+mn-lt"/>
                <a:ea typeface="SimSun" panose="02010600030101010101" pitchFamily="2" charset="-122"/>
                <a:cs typeface="+mn-cs"/>
              </a:rPr>
              <a:t>çı</a:t>
            </a:r>
            <a:r>
              <a:rPr lang="en-US" altLang="tr-TR" kern="1200" dirty="0">
                <a:latin typeface="+mn-lt"/>
                <a:ea typeface="SimSun" panose="02010600030101010101" pitchFamily="2" charset="-122"/>
                <a:cs typeface="+mn-cs"/>
              </a:rPr>
              <a:t>l</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r.</a:t>
            </a:r>
            <a:endParaRPr lang="en-US" altLang="tr-TR" kern="1200" dirty="0">
              <a:latin typeface="+mn-lt"/>
              <a:ea typeface="SimSun" panose="02010600030101010101" pitchFamily="2" charset="-122"/>
              <a:cs typeface="+mn-cs"/>
            </a:endParaRP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41987"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Sözleşmeler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41988" name="Content Placeholder 2"/>
          <p:cNvSpPr>
            <a:spLocks noGrp="1"/>
          </p:cNvSpPr>
          <p:nvPr>
            <p:ph idx="1" hasCustomPrompt="1"/>
          </p:nvPr>
        </p:nvSpPr>
        <p:spPr>
          <a:xfrm>
            <a:off x="552450" y="719138"/>
            <a:ext cx="10515600" cy="5767387"/>
          </a:xfrm>
        </p:spPr>
        <p:txBody>
          <a:bodyPr vert="horz" wrap="square" lIns="91440" tIns="45720" rIns="91440" bIns="45720" anchor="t" anchorCtr="0"/>
          <a:p>
            <a:pPr marL="0" indent="0" eaLnBrk="1" hangingPunct="1">
              <a:buFont typeface="Arial" panose="020B0604020202020204" pitchFamily="34" charset="0"/>
              <a:buNone/>
            </a:pPr>
            <a:r>
              <a:rPr lang="en-US" altLang="tr-TR" b="1" kern="1200" dirty="0">
                <a:latin typeface="+mn-lt"/>
                <a:ea typeface="SimSun" panose="02010600030101010101" pitchFamily="2" charset="-122"/>
                <a:cs typeface="+mn-cs"/>
              </a:rPr>
              <a:t>Uyu</a:t>
            </a:r>
            <a:r>
              <a:rPr lang="en-US" altLang="en-US" b="1" kern="1200" dirty="0">
                <a:latin typeface="+mn-lt"/>
                <a:ea typeface="SimSun" panose="02010600030101010101" pitchFamily="2" charset="-122"/>
                <a:cs typeface="+mn-cs"/>
              </a:rPr>
              <a:t>ş</a:t>
            </a:r>
            <a:r>
              <a:rPr lang="en-US" altLang="tr-TR" b="1" kern="1200" dirty="0">
                <a:latin typeface="+mn-lt"/>
                <a:ea typeface="SimSun" panose="02010600030101010101" pitchFamily="2" charset="-122"/>
                <a:cs typeface="+mn-cs"/>
              </a:rPr>
              <a:t>mazl</a:t>
            </a:r>
            <a:r>
              <a:rPr lang="en-US" altLang="en-US" b="1" kern="1200" dirty="0">
                <a:latin typeface="+mn-lt"/>
                <a:ea typeface="SimSun" panose="02010600030101010101" pitchFamily="2" charset="-122"/>
                <a:cs typeface="+mn-cs"/>
              </a:rPr>
              <a:t>ı</a:t>
            </a:r>
            <a:r>
              <a:rPr lang="en-US" altLang="tr-TR" b="1" kern="1200" dirty="0">
                <a:latin typeface="+mn-lt"/>
                <a:ea typeface="SimSun" panose="02010600030101010101" pitchFamily="2" charset="-122"/>
                <a:cs typeface="+mn-cs"/>
              </a:rPr>
              <a:t>k </a:t>
            </a:r>
            <a:r>
              <a:rPr lang="en-US" altLang="en-US" b="1" kern="1200" dirty="0">
                <a:latin typeface="+mn-lt"/>
                <a:ea typeface="SimSun" panose="02010600030101010101" pitchFamily="2" charset="-122"/>
                <a:cs typeface="+mn-cs"/>
              </a:rPr>
              <a:t>Ç</a:t>
            </a:r>
            <a:r>
              <a:rPr lang="en-US" altLang="en-US" b="1" kern="1200" dirty="0">
                <a:latin typeface="+mn-lt"/>
                <a:ea typeface="SimSun" panose="02010600030101010101" pitchFamily="2" charset="-122"/>
                <a:cs typeface="+mn-cs"/>
              </a:rPr>
              <a:t>ö</a:t>
            </a:r>
            <a:r>
              <a:rPr lang="en-US" altLang="tr-TR" b="1" kern="1200" dirty="0">
                <a:latin typeface="+mn-lt"/>
                <a:ea typeface="SimSun" panose="02010600030101010101" pitchFamily="2" charset="-122"/>
                <a:cs typeface="+mn-cs"/>
              </a:rPr>
              <a:t>z</a:t>
            </a:r>
            <a:r>
              <a:rPr lang="en-US" altLang="en-US" b="1" kern="1200" dirty="0">
                <a:latin typeface="+mn-lt"/>
                <a:ea typeface="SimSun" panose="02010600030101010101" pitchFamily="2" charset="-122"/>
                <a:cs typeface="+mn-cs"/>
              </a:rPr>
              <a:t>ü</a:t>
            </a:r>
            <a:r>
              <a:rPr lang="en-US" altLang="tr-TR" b="1" kern="1200" dirty="0">
                <a:latin typeface="+mn-lt"/>
                <a:ea typeface="SimSun" panose="02010600030101010101" pitchFamily="2" charset="-122"/>
                <a:cs typeface="+mn-cs"/>
              </a:rPr>
              <a:t>m Yolu: T</a:t>
            </a:r>
            <a:r>
              <a:rPr lang="en-US" altLang="en-US" b="1" kern="1200" dirty="0">
                <a:latin typeface="+mn-lt"/>
                <a:ea typeface="SimSun" panose="02010600030101010101" pitchFamily="2" charset="-122"/>
                <a:cs typeface="+mn-cs"/>
              </a:rPr>
              <a:t>ü</a:t>
            </a:r>
            <a:r>
              <a:rPr lang="en-US" altLang="tr-TR" b="1" kern="1200" dirty="0">
                <a:latin typeface="+mn-lt"/>
                <a:ea typeface="SimSun" panose="02010600030101010101" pitchFamily="2" charset="-122"/>
                <a:cs typeface="+mn-cs"/>
              </a:rPr>
              <a:t>ketici Hakem Heyeti (THH)</a:t>
            </a:r>
            <a:endParaRPr lang="en-US" altLang="tr-TR" b="1"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kern="1200" dirty="0">
                <a:latin typeface="+mn-lt"/>
                <a:ea typeface="SimSun" panose="02010600030101010101" pitchFamily="2" charset="-122"/>
                <a:cs typeface="+mn-cs"/>
              </a:rPr>
              <a:t>Ba</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vuru Nas</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l ve Nereye Yap</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l</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r?</a:t>
            </a:r>
            <a:endParaRPr lang="en-US" altLang="tr-TR"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kern="1200" dirty="0">
                <a:latin typeface="+mn-lt"/>
                <a:ea typeface="SimSun" panose="02010600030101010101" pitchFamily="2" charset="-122"/>
                <a:cs typeface="+mn-cs"/>
              </a:rPr>
              <a:t>Nereye? T</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keticinin yerle</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im yerinin (ikametgah</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n</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n) bulundu</a:t>
            </a:r>
            <a:r>
              <a:rPr lang="" altLang="en-US" kern="1200" dirty="0">
                <a:latin typeface="+mn-lt"/>
                <a:ea typeface="SimSun" panose="02010600030101010101" pitchFamily="2" charset="-122"/>
                <a:cs typeface="+mn-cs"/>
              </a:rPr>
              <a:t>ğ</a:t>
            </a:r>
            <a:r>
              <a:rPr lang="en-US" altLang="tr-TR" kern="1200" dirty="0">
                <a:latin typeface="+mn-lt"/>
                <a:ea typeface="SimSun" panose="02010600030101010101" pitchFamily="2" charset="-122"/>
                <a:cs typeface="+mn-cs"/>
              </a:rPr>
              <a:t>u veya i</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lemin yap</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ld</a:t>
            </a:r>
            <a:r>
              <a:rPr lang="" altLang="en-US" kern="1200" dirty="0">
                <a:latin typeface="+mn-lt"/>
                <a:ea typeface="SimSun" panose="02010600030101010101" pitchFamily="2" charset="-122"/>
                <a:cs typeface="+mn-cs"/>
              </a:rPr>
              <a:t>ığı</a:t>
            </a:r>
            <a:r>
              <a:rPr lang="en-US" altLang="tr-TR" kern="1200" dirty="0">
                <a:latin typeface="+mn-lt"/>
                <a:ea typeface="SimSun" panose="02010600030101010101" pitchFamily="2" charset="-122"/>
                <a:cs typeface="+mn-cs"/>
              </a:rPr>
              <a:t> yerdeki (</a:t>
            </a:r>
            <a:r>
              <a:rPr lang="" altLang="en-US" kern="1200" dirty="0">
                <a:latin typeface="+mn-lt"/>
                <a:ea typeface="SimSun" panose="02010600030101010101" pitchFamily="2" charset="-122"/>
                <a:cs typeface="+mn-cs"/>
              </a:rPr>
              <a:t>İ</a:t>
            </a:r>
            <a:r>
              <a:rPr lang="en-US" altLang="tr-TR" kern="1200" dirty="0">
                <a:latin typeface="+mn-lt"/>
                <a:ea typeface="SimSun" panose="02010600030101010101" pitchFamily="2" charset="-122"/>
                <a:cs typeface="+mn-cs"/>
              </a:rPr>
              <a:t>l</a:t>
            </a:r>
            <a:r>
              <a:rPr lang="" altLang="en-US" kern="1200" dirty="0">
                <a:latin typeface="+mn-lt"/>
                <a:ea typeface="SimSun" panose="02010600030101010101" pitchFamily="2" charset="-122"/>
                <a:cs typeface="+mn-cs"/>
              </a:rPr>
              <a:t>ç</a:t>
            </a:r>
            <a:r>
              <a:rPr lang="en-US" altLang="tr-TR" kern="1200" dirty="0">
                <a:latin typeface="+mn-lt"/>
                <a:ea typeface="SimSun" panose="02010600030101010101" pitchFamily="2" charset="-122"/>
                <a:cs typeface="+mn-cs"/>
              </a:rPr>
              <a:t>e/</a:t>
            </a:r>
            <a:r>
              <a:rPr lang="" altLang="en-US" kern="1200" dirty="0">
                <a:latin typeface="+mn-lt"/>
                <a:ea typeface="SimSun" panose="02010600030101010101" pitchFamily="2" charset="-122"/>
                <a:cs typeface="+mn-cs"/>
              </a:rPr>
              <a:t>İ</a:t>
            </a:r>
            <a:r>
              <a:rPr lang="en-US" altLang="tr-TR" kern="1200" dirty="0">
                <a:latin typeface="+mn-lt"/>
                <a:ea typeface="SimSun" panose="02010600030101010101" pitchFamily="2" charset="-122"/>
                <a:cs typeface="+mn-cs"/>
              </a:rPr>
              <a:t>l) T</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ketici Hakem Heyeti'ne.</a:t>
            </a:r>
            <a:endParaRPr lang="en-US" altLang="tr-TR"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kern="1200" dirty="0">
                <a:latin typeface="+mn-lt"/>
                <a:ea typeface="SimSun" panose="02010600030101010101" pitchFamily="2" charset="-122"/>
                <a:cs typeface="+mn-cs"/>
              </a:rPr>
              <a:t>Nas</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l?</a:t>
            </a:r>
            <a:endParaRPr lang="en-US" altLang="tr-TR"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kern="1200" dirty="0">
                <a:latin typeface="+mn-lt"/>
                <a:ea typeface="SimSun" panose="02010600030101010101" pitchFamily="2" charset="-122"/>
                <a:cs typeface="+mn-cs"/>
              </a:rPr>
              <a:t>Fiziki Ba</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vuru: Kaymakaml</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klar (</a:t>
            </a:r>
            <a:r>
              <a:rPr lang="" altLang="en-US" kern="1200" dirty="0">
                <a:latin typeface="+mn-lt"/>
                <a:ea typeface="SimSun" panose="02010600030101010101" pitchFamily="2" charset="-122"/>
                <a:cs typeface="+mn-cs"/>
              </a:rPr>
              <a:t>İ</a:t>
            </a:r>
            <a:r>
              <a:rPr lang="en-US" altLang="tr-TR" kern="1200" dirty="0">
                <a:latin typeface="+mn-lt"/>
                <a:ea typeface="SimSun" panose="02010600030101010101" pitchFamily="2" charset="-122"/>
                <a:cs typeface="+mn-cs"/>
              </a:rPr>
              <a:t>l</a:t>
            </a:r>
            <a:r>
              <a:rPr lang="" altLang="en-US" kern="1200" dirty="0">
                <a:latin typeface="+mn-lt"/>
                <a:ea typeface="SimSun" panose="02010600030101010101" pitchFamily="2" charset="-122"/>
                <a:cs typeface="+mn-cs"/>
              </a:rPr>
              <a:t>ç</a:t>
            </a:r>
            <a:r>
              <a:rPr lang="en-US" altLang="tr-TR" kern="1200" dirty="0">
                <a:latin typeface="+mn-lt"/>
                <a:ea typeface="SimSun" panose="02010600030101010101" pitchFamily="2" charset="-122"/>
                <a:cs typeface="+mn-cs"/>
              </a:rPr>
              <a:t>e THH) veya Ticaret </a:t>
            </a:r>
            <a:r>
              <a:rPr lang="" altLang="en-US" kern="1200" dirty="0">
                <a:latin typeface="+mn-lt"/>
                <a:ea typeface="SimSun" panose="02010600030101010101" pitchFamily="2" charset="-122"/>
                <a:cs typeface="+mn-cs"/>
              </a:rPr>
              <a:t>İ</a:t>
            </a:r>
            <a:r>
              <a:rPr lang="en-US" altLang="tr-TR" kern="1200" dirty="0">
                <a:latin typeface="+mn-lt"/>
                <a:ea typeface="SimSun" panose="02010600030101010101" pitchFamily="2" charset="-122"/>
                <a:cs typeface="+mn-cs"/>
              </a:rPr>
              <a:t>l M</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d</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rl</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kleri (</a:t>
            </a:r>
            <a:r>
              <a:rPr lang="" altLang="en-US" kern="1200" dirty="0">
                <a:latin typeface="+mn-lt"/>
                <a:ea typeface="SimSun" panose="02010600030101010101" pitchFamily="2" charset="-122"/>
                <a:cs typeface="+mn-cs"/>
              </a:rPr>
              <a:t>İ</a:t>
            </a:r>
            <a:r>
              <a:rPr lang="en-US" altLang="tr-TR" kern="1200" dirty="0">
                <a:latin typeface="+mn-lt"/>
                <a:ea typeface="SimSun" panose="02010600030101010101" pitchFamily="2" charset="-122"/>
                <a:cs typeface="+mn-cs"/>
              </a:rPr>
              <a:t>l THH) b</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nyesindeki heyetlere </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ahsen, dilek</a:t>
            </a:r>
            <a:r>
              <a:rPr lang="" altLang="en-US" kern="1200" dirty="0">
                <a:latin typeface="+mn-lt"/>
                <a:ea typeface="SimSun" panose="02010600030101010101" pitchFamily="2" charset="-122"/>
                <a:cs typeface="+mn-cs"/>
              </a:rPr>
              <a:t>ç</a:t>
            </a:r>
            <a:r>
              <a:rPr lang="en-US" altLang="tr-TR" kern="1200" dirty="0">
                <a:latin typeface="+mn-lt"/>
                <a:ea typeface="SimSun" panose="02010600030101010101" pitchFamily="2" charset="-122"/>
                <a:cs typeface="+mn-cs"/>
              </a:rPr>
              <a:t>e ile.</a:t>
            </a:r>
            <a:endParaRPr lang="en-US" altLang="tr-TR"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kern="1200" dirty="0">
                <a:latin typeface="+mn-lt"/>
                <a:ea typeface="SimSun" panose="02010600030101010101" pitchFamily="2" charset="-122"/>
                <a:cs typeface="+mn-cs"/>
              </a:rPr>
              <a:t>Dijital Ba</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vuru: e-Devlet kap</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s</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zerinden T</a:t>
            </a:r>
            <a:r>
              <a:rPr lang=""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B</a:t>
            </a:r>
            <a:r>
              <a:rPr lang="" altLang="en-US" kern="1200" dirty="0">
                <a:latin typeface="+mn-lt"/>
                <a:ea typeface="SimSun" panose="02010600030101010101" pitchFamily="2" charset="-122"/>
                <a:cs typeface="+mn-cs"/>
              </a:rPr>
              <a:t>İ</a:t>
            </a:r>
            <a:r>
              <a:rPr lang="en-US" altLang="tr-TR" kern="1200" dirty="0">
                <a:latin typeface="+mn-lt"/>
                <a:ea typeface="SimSun" panose="02010600030101010101" pitchFamily="2" charset="-122"/>
                <a:cs typeface="+mn-cs"/>
              </a:rPr>
              <a:t>S (T</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ketici Bilgi Sistemi) arac</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l</a:t>
            </a:r>
            <a:r>
              <a:rPr lang="" altLang="en-US" kern="1200" dirty="0">
                <a:latin typeface="+mn-lt"/>
                <a:ea typeface="SimSun" panose="02010600030101010101" pitchFamily="2" charset="-122"/>
                <a:cs typeface="+mn-cs"/>
              </a:rPr>
              <a:t>ığı</a:t>
            </a:r>
            <a:r>
              <a:rPr lang="en-US" altLang="tr-TR" kern="1200" dirty="0">
                <a:latin typeface="+mn-lt"/>
                <a:ea typeface="SimSun" panose="02010600030101010101" pitchFamily="2" charset="-122"/>
                <a:cs typeface="+mn-cs"/>
              </a:rPr>
              <a:t>yla online olarak 7/24 ba</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vuru yap</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labilir.</a:t>
            </a:r>
            <a:endParaRPr lang="en-US" altLang="tr-TR"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kern="1200" dirty="0">
                <a:latin typeface="+mn-lt"/>
                <a:ea typeface="SimSun" panose="02010600030101010101" pitchFamily="2" charset="-122"/>
                <a:cs typeface="+mn-cs"/>
              </a:rPr>
              <a:t>Posta ile: </a:t>
            </a:r>
            <a:r>
              <a:rPr lang="" altLang="en-US" kern="1200" dirty="0">
                <a:latin typeface="+mn-lt"/>
                <a:ea typeface="SimSun" panose="02010600030101010101" pitchFamily="2" charset="-122"/>
                <a:cs typeface="+mn-cs"/>
              </a:rPr>
              <a:t>İ</a:t>
            </a:r>
            <a:r>
              <a:rPr lang="en-US" altLang="tr-TR" kern="1200" dirty="0">
                <a:latin typeface="+mn-lt"/>
                <a:ea typeface="SimSun" panose="02010600030101010101" pitchFamily="2" charset="-122"/>
                <a:cs typeface="+mn-cs"/>
              </a:rPr>
              <a:t>adeli taahh</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tl</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 posta yoluyla da ba</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vuru m</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mk</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nd</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r.</a:t>
            </a:r>
            <a:endParaRPr lang="en-US" altLang="tr-TR" kern="1200" dirty="0">
              <a:latin typeface="+mn-lt"/>
              <a:ea typeface="SimSun" panose="02010600030101010101" pitchFamily="2" charset="-122"/>
              <a:cs typeface="+mn-cs"/>
            </a:endParaRP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41987"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Sözleşmeler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41988" name="Content Placeholder 2"/>
          <p:cNvSpPr>
            <a:spLocks noGrp="1"/>
          </p:cNvSpPr>
          <p:nvPr>
            <p:ph idx="1" hasCustomPrompt="1"/>
          </p:nvPr>
        </p:nvSpPr>
        <p:spPr>
          <a:xfrm>
            <a:off x="552450" y="719138"/>
            <a:ext cx="10515600" cy="5767387"/>
          </a:xfrm>
        </p:spPr>
        <p:txBody>
          <a:bodyPr vert="horz" wrap="square" lIns="91440" tIns="45720" rIns="91440" bIns="45720" anchor="t" anchorCtr="0"/>
          <a:p>
            <a:pPr marL="0" indent="0" eaLnBrk="1" hangingPunct="1">
              <a:buFont typeface="Arial" panose="020B0604020202020204" pitchFamily="34" charset="0"/>
              <a:buNone/>
            </a:pPr>
            <a:r>
              <a:rPr lang="en-US" altLang="tr-TR" b="1" kern="1200" dirty="0">
                <a:latin typeface="+mn-lt"/>
                <a:ea typeface="SimSun" panose="02010600030101010101" pitchFamily="2" charset="-122"/>
                <a:cs typeface="+mn-cs"/>
              </a:rPr>
              <a:t>Uyu</a:t>
            </a:r>
            <a:r>
              <a:rPr lang="en-US" altLang="en-US" b="1" kern="1200" dirty="0">
                <a:latin typeface="+mn-lt"/>
                <a:ea typeface="SimSun" panose="02010600030101010101" pitchFamily="2" charset="-122"/>
                <a:cs typeface="+mn-cs"/>
              </a:rPr>
              <a:t>ş</a:t>
            </a:r>
            <a:r>
              <a:rPr lang="en-US" altLang="tr-TR" b="1" kern="1200" dirty="0">
                <a:latin typeface="+mn-lt"/>
                <a:ea typeface="SimSun" panose="02010600030101010101" pitchFamily="2" charset="-122"/>
                <a:cs typeface="+mn-cs"/>
              </a:rPr>
              <a:t>mazl</a:t>
            </a:r>
            <a:r>
              <a:rPr lang="en-US" altLang="en-US" b="1" kern="1200" dirty="0">
                <a:latin typeface="+mn-lt"/>
                <a:ea typeface="SimSun" panose="02010600030101010101" pitchFamily="2" charset="-122"/>
                <a:cs typeface="+mn-cs"/>
              </a:rPr>
              <a:t>ı</a:t>
            </a:r>
            <a:r>
              <a:rPr lang="en-US" altLang="tr-TR" b="1" kern="1200" dirty="0">
                <a:latin typeface="+mn-lt"/>
                <a:ea typeface="SimSun" panose="02010600030101010101" pitchFamily="2" charset="-122"/>
                <a:cs typeface="+mn-cs"/>
              </a:rPr>
              <a:t>k </a:t>
            </a:r>
            <a:r>
              <a:rPr lang="en-US" altLang="en-US" b="1" kern="1200" dirty="0">
                <a:latin typeface="+mn-lt"/>
                <a:ea typeface="SimSun" panose="02010600030101010101" pitchFamily="2" charset="-122"/>
                <a:cs typeface="+mn-cs"/>
              </a:rPr>
              <a:t>Ç</a:t>
            </a:r>
            <a:r>
              <a:rPr lang="en-US" altLang="en-US" b="1" kern="1200" dirty="0">
                <a:latin typeface="+mn-lt"/>
                <a:ea typeface="SimSun" panose="02010600030101010101" pitchFamily="2" charset="-122"/>
                <a:cs typeface="+mn-cs"/>
              </a:rPr>
              <a:t>ö</a:t>
            </a:r>
            <a:r>
              <a:rPr lang="en-US" altLang="tr-TR" b="1" kern="1200" dirty="0">
                <a:latin typeface="+mn-lt"/>
                <a:ea typeface="SimSun" panose="02010600030101010101" pitchFamily="2" charset="-122"/>
                <a:cs typeface="+mn-cs"/>
              </a:rPr>
              <a:t>z</a:t>
            </a:r>
            <a:r>
              <a:rPr lang="en-US" altLang="en-US" b="1" kern="1200" dirty="0">
                <a:latin typeface="+mn-lt"/>
                <a:ea typeface="SimSun" panose="02010600030101010101" pitchFamily="2" charset="-122"/>
                <a:cs typeface="+mn-cs"/>
              </a:rPr>
              <a:t>ü</a:t>
            </a:r>
            <a:r>
              <a:rPr lang="en-US" altLang="tr-TR" b="1" kern="1200" dirty="0">
                <a:latin typeface="+mn-lt"/>
                <a:ea typeface="SimSun" panose="02010600030101010101" pitchFamily="2" charset="-122"/>
                <a:cs typeface="+mn-cs"/>
              </a:rPr>
              <a:t>m Yolu: T</a:t>
            </a:r>
            <a:r>
              <a:rPr lang="en-US" altLang="en-US" b="1" kern="1200" dirty="0">
                <a:latin typeface="+mn-lt"/>
                <a:ea typeface="SimSun" panose="02010600030101010101" pitchFamily="2" charset="-122"/>
                <a:cs typeface="+mn-cs"/>
              </a:rPr>
              <a:t>ü</a:t>
            </a:r>
            <a:r>
              <a:rPr lang="en-US" altLang="tr-TR" b="1" kern="1200" dirty="0">
                <a:latin typeface="+mn-lt"/>
                <a:ea typeface="SimSun" panose="02010600030101010101" pitchFamily="2" charset="-122"/>
                <a:cs typeface="+mn-cs"/>
              </a:rPr>
              <a:t>ketici Hakem Heyeti (THH)</a:t>
            </a:r>
            <a:endParaRPr lang="en-US" altLang="tr-TR" b="1"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kern="1200" dirty="0">
                <a:latin typeface="+mn-lt"/>
                <a:ea typeface="SimSun" panose="02010600030101010101" pitchFamily="2" charset="-122"/>
                <a:cs typeface="+mn-cs"/>
              </a:rPr>
              <a:t>S</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re</a:t>
            </a:r>
            <a:r>
              <a:rPr lang="" altLang="en-US" kern="1200" dirty="0">
                <a:latin typeface="+mn-lt"/>
                <a:ea typeface="SimSun" panose="02010600030101010101" pitchFamily="2" charset="-122"/>
                <a:cs typeface="+mn-cs"/>
              </a:rPr>
              <a:t>ç</a:t>
            </a:r>
            <a:r>
              <a:rPr lang="en-US" altLang="tr-TR" kern="1200" dirty="0">
                <a:latin typeface="+mn-lt"/>
                <a:ea typeface="SimSun" panose="02010600030101010101" pitchFamily="2" charset="-122"/>
                <a:cs typeface="+mn-cs"/>
              </a:rPr>
              <a:t> Nas</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l </a:t>
            </a:r>
            <a:r>
              <a:rPr lang="" altLang="en-US" kern="1200" dirty="0">
                <a:latin typeface="+mn-lt"/>
                <a:ea typeface="SimSun" panose="02010600030101010101" pitchFamily="2" charset="-122"/>
                <a:cs typeface="+mn-cs"/>
              </a:rPr>
              <a:t>İş</a:t>
            </a:r>
            <a:r>
              <a:rPr lang="en-US" altLang="tr-TR" kern="1200" dirty="0">
                <a:latin typeface="+mn-lt"/>
                <a:ea typeface="SimSun" panose="02010600030101010101" pitchFamily="2" charset="-122"/>
                <a:cs typeface="+mn-cs"/>
              </a:rPr>
              <a:t>ler?</a:t>
            </a:r>
            <a:endParaRPr lang="en-US" altLang="tr-TR"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kern="1200" dirty="0">
                <a:latin typeface="+mn-lt"/>
                <a:ea typeface="SimSun" panose="02010600030101010101" pitchFamily="2" charset="-122"/>
                <a:cs typeface="+mn-cs"/>
              </a:rPr>
              <a:t>Ba</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vuru: T</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ketici, ba</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vuru formunu ve t</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m delillerini (fatura, s</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zle</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me, e-posta yaz</a:t>
            </a:r>
            <a:r>
              <a:rPr lang="" altLang="en-US" kern="1200" dirty="0">
                <a:latin typeface="+mn-lt"/>
                <a:ea typeface="SimSun" panose="02010600030101010101" pitchFamily="2" charset="-122"/>
                <a:cs typeface="+mn-cs"/>
              </a:rPr>
              <a:t>ış</a:t>
            </a:r>
            <a:r>
              <a:rPr lang="en-US" altLang="tr-TR" kern="1200" dirty="0">
                <a:latin typeface="+mn-lt"/>
                <a:ea typeface="SimSun" panose="02010600030101010101" pitchFamily="2" charset="-122"/>
                <a:cs typeface="+mn-cs"/>
              </a:rPr>
              <a:t>malar</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r</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n foto</a:t>
            </a:r>
            <a:r>
              <a:rPr lang="" altLang="en-US" kern="1200" dirty="0">
                <a:latin typeface="+mn-lt"/>
                <a:ea typeface="SimSun" panose="02010600030101010101" pitchFamily="2" charset="-122"/>
                <a:cs typeface="+mn-cs"/>
              </a:rPr>
              <a:t>ğ</a:t>
            </a:r>
            <a:r>
              <a:rPr lang="en-US" altLang="tr-TR" kern="1200" dirty="0">
                <a:latin typeface="+mn-lt"/>
                <a:ea typeface="SimSun" panose="02010600030101010101" pitchFamily="2" charset="-122"/>
                <a:cs typeface="+mn-cs"/>
              </a:rPr>
              <a:t>raf</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vb.) sisteme y</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kler veya teslim eder.</a:t>
            </a:r>
            <a:endParaRPr lang="en-US" altLang="tr-TR"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kern="1200" dirty="0">
                <a:latin typeface="+mn-lt"/>
                <a:ea typeface="SimSun" panose="02010600030101010101" pitchFamily="2" charset="-122"/>
                <a:cs typeface="+mn-cs"/>
              </a:rPr>
              <a:t>Savunma </a:t>
            </a:r>
            <a:r>
              <a:rPr lang="" altLang="en-US" kern="1200" dirty="0">
                <a:latin typeface="+mn-lt"/>
                <a:ea typeface="SimSun" panose="02010600030101010101" pitchFamily="2" charset="-122"/>
                <a:cs typeface="+mn-cs"/>
              </a:rPr>
              <a:t>İ</a:t>
            </a:r>
            <a:r>
              <a:rPr lang="en-US" altLang="tr-TR" kern="1200" dirty="0">
                <a:latin typeface="+mn-lt"/>
                <a:ea typeface="SimSun" panose="02010600030101010101" pitchFamily="2" charset="-122"/>
                <a:cs typeface="+mn-cs"/>
              </a:rPr>
              <a:t>ste</a:t>
            </a:r>
            <a:r>
              <a:rPr lang="" altLang="en-US" kern="1200" dirty="0">
                <a:latin typeface="+mn-lt"/>
                <a:ea typeface="SimSun" panose="02010600030101010101" pitchFamily="2" charset="-122"/>
                <a:cs typeface="+mn-cs"/>
              </a:rPr>
              <a:t>ğ</a:t>
            </a:r>
            <a:r>
              <a:rPr lang="en-US" altLang="tr-TR" kern="1200" dirty="0">
                <a:latin typeface="+mn-lt"/>
                <a:ea typeface="SimSun" panose="02010600030101010101" pitchFamily="2" charset="-122"/>
                <a:cs typeface="+mn-cs"/>
              </a:rPr>
              <a:t>i: THH, ba</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vuruyu sat</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c</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ya (kar</a:t>
            </a:r>
            <a:r>
              <a:rPr lang="" altLang="en-US" kern="1200" dirty="0">
                <a:latin typeface="+mn-lt"/>
                <a:ea typeface="SimSun" panose="02010600030101010101" pitchFamily="2" charset="-122"/>
                <a:cs typeface="+mn-cs"/>
              </a:rPr>
              <a:t>şı</a:t>
            </a:r>
            <a:r>
              <a:rPr lang="en-US" altLang="tr-TR" kern="1200" dirty="0">
                <a:latin typeface="+mn-lt"/>
                <a:ea typeface="SimSun" panose="02010600030101010101" pitchFamily="2" charset="-122"/>
                <a:cs typeface="+mn-cs"/>
              </a:rPr>
              <a:t> tarafa) tebli</a:t>
            </a:r>
            <a:r>
              <a:rPr lang="" altLang="en-US" kern="1200" dirty="0">
                <a:latin typeface="+mn-lt"/>
                <a:ea typeface="SimSun" panose="02010600030101010101" pitchFamily="2" charset="-122"/>
                <a:cs typeface="+mn-cs"/>
              </a:rPr>
              <a:t>ğ</a:t>
            </a:r>
            <a:r>
              <a:rPr lang="en-US" altLang="tr-TR" kern="1200" dirty="0">
                <a:latin typeface="+mn-lt"/>
                <a:ea typeface="SimSun" panose="02010600030101010101" pitchFamily="2" charset="-122"/>
                <a:cs typeface="+mn-cs"/>
              </a:rPr>
              <a:t> eder ve 30 g</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n i</a:t>
            </a:r>
            <a:r>
              <a:rPr lang="" altLang="en-US" kern="1200" dirty="0">
                <a:latin typeface="+mn-lt"/>
                <a:ea typeface="SimSun" panose="02010600030101010101" pitchFamily="2" charset="-122"/>
                <a:cs typeface="+mn-cs"/>
              </a:rPr>
              <a:t>ç</a:t>
            </a:r>
            <a:r>
              <a:rPr lang="en-US" altLang="tr-TR" kern="1200" dirty="0">
                <a:latin typeface="+mn-lt"/>
                <a:ea typeface="SimSun" panose="02010600030101010101" pitchFamily="2" charset="-122"/>
                <a:cs typeface="+mn-cs"/>
              </a:rPr>
              <a:t>inde savunmas</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n</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ve belgelerini sunmas</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n</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ister.</a:t>
            </a:r>
            <a:endParaRPr lang="en-US" altLang="tr-TR"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 altLang="en-US" kern="1200" dirty="0">
                <a:latin typeface="+mn-lt"/>
                <a:ea typeface="SimSun" panose="02010600030101010101" pitchFamily="2" charset="-122"/>
                <a:cs typeface="+mn-cs"/>
              </a:rPr>
              <a:t>İ</a:t>
            </a:r>
            <a:r>
              <a:rPr lang="en-US" altLang="tr-TR" kern="1200" dirty="0">
                <a:latin typeface="+mn-lt"/>
                <a:ea typeface="SimSun" panose="02010600030101010101" pitchFamily="2" charset="-122"/>
                <a:cs typeface="+mn-cs"/>
              </a:rPr>
              <a:t>nceleme: Gerekirse THH bir bilirki</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i atayabilir veya dosyay</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raport</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rler arac</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l</a:t>
            </a:r>
            <a:r>
              <a:rPr lang="" altLang="en-US" kern="1200" dirty="0">
                <a:latin typeface="+mn-lt"/>
                <a:ea typeface="SimSun" panose="02010600030101010101" pitchFamily="2" charset="-122"/>
                <a:cs typeface="+mn-cs"/>
              </a:rPr>
              <a:t>ığı</a:t>
            </a:r>
            <a:r>
              <a:rPr lang="en-US" altLang="tr-TR" kern="1200" dirty="0">
                <a:latin typeface="+mn-lt"/>
                <a:ea typeface="SimSun" panose="02010600030101010101" pitchFamily="2" charset="-122"/>
                <a:cs typeface="+mn-cs"/>
              </a:rPr>
              <a:t>yla inceler.</a:t>
            </a:r>
            <a:endParaRPr lang="en-US" altLang="tr-TR"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kern="1200" dirty="0">
                <a:latin typeface="+mn-lt"/>
                <a:ea typeface="SimSun" panose="02010600030101010101" pitchFamily="2" charset="-122"/>
                <a:cs typeface="+mn-cs"/>
              </a:rPr>
              <a:t>Karar: Heyet toplan</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r ve dosya </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zerinden "t</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ketici lehine" veya "t</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ketici aleyhine" bir karar verir. Bu karar taraflara tebli</a:t>
            </a:r>
            <a:r>
              <a:rPr lang="" altLang="en-US" kern="1200" dirty="0">
                <a:latin typeface="+mn-lt"/>
                <a:ea typeface="SimSun" panose="02010600030101010101" pitchFamily="2" charset="-122"/>
                <a:cs typeface="+mn-cs"/>
              </a:rPr>
              <a:t>ğ</a:t>
            </a:r>
            <a:r>
              <a:rPr lang="en-US" altLang="tr-TR" kern="1200" dirty="0">
                <a:latin typeface="+mn-lt"/>
                <a:ea typeface="SimSun" panose="02010600030101010101" pitchFamily="2" charset="-122"/>
                <a:cs typeface="+mn-cs"/>
              </a:rPr>
              <a:t> edilir (bildirilir).</a:t>
            </a:r>
            <a:endParaRPr lang="en-US" altLang="tr-TR" kern="1200" dirty="0">
              <a:latin typeface="+mn-lt"/>
              <a:ea typeface="SimSun" panose="02010600030101010101" pitchFamily="2" charset="-122"/>
              <a:cs typeface="+mn-cs"/>
            </a:endParaRPr>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41987"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Sözleşmeler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41988" name="Content Placeholder 2"/>
          <p:cNvSpPr>
            <a:spLocks noGrp="1"/>
          </p:cNvSpPr>
          <p:nvPr>
            <p:ph idx="1" hasCustomPrompt="1"/>
          </p:nvPr>
        </p:nvSpPr>
        <p:spPr>
          <a:xfrm>
            <a:off x="552450" y="719138"/>
            <a:ext cx="10515600" cy="5767387"/>
          </a:xfrm>
        </p:spPr>
        <p:txBody>
          <a:bodyPr vert="horz" wrap="square" lIns="91440" tIns="45720" rIns="91440" bIns="45720" anchor="t" anchorCtr="0"/>
          <a:p>
            <a:pPr marL="0" indent="0" eaLnBrk="1" hangingPunct="1">
              <a:buFont typeface="Arial" panose="020B0604020202020204" pitchFamily="34" charset="0"/>
              <a:buNone/>
            </a:pPr>
            <a:r>
              <a:rPr lang="en-US" altLang="tr-TR" b="1" kern="1200" dirty="0">
                <a:latin typeface="+mn-lt"/>
                <a:ea typeface="SimSun" panose="02010600030101010101" pitchFamily="2" charset="-122"/>
                <a:cs typeface="+mn-cs"/>
              </a:rPr>
              <a:t>Uyu</a:t>
            </a:r>
            <a:r>
              <a:rPr lang="en-US" altLang="en-US" b="1" kern="1200" dirty="0">
                <a:latin typeface="+mn-lt"/>
                <a:ea typeface="SimSun" panose="02010600030101010101" pitchFamily="2" charset="-122"/>
                <a:cs typeface="+mn-cs"/>
              </a:rPr>
              <a:t>ş</a:t>
            </a:r>
            <a:r>
              <a:rPr lang="en-US" altLang="tr-TR" b="1" kern="1200" dirty="0">
                <a:latin typeface="+mn-lt"/>
                <a:ea typeface="SimSun" panose="02010600030101010101" pitchFamily="2" charset="-122"/>
                <a:cs typeface="+mn-cs"/>
              </a:rPr>
              <a:t>mazl</a:t>
            </a:r>
            <a:r>
              <a:rPr lang="en-US" altLang="en-US" b="1" kern="1200" dirty="0">
                <a:latin typeface="+mn-lt"/>
                <a:ea typeface="SimSun" panose="02010600030101010101" pitchFamily="2" charset="-122"/>
                <a:cs typeface="+mn-cs"/>
              </a:rPr>
              <a:t>ı</a:t>
            </a:r>
            <a:r>
              <a:rPr lang="en-US" altLang="tr-TR" b="1" kern="1200" dirty="0">
                <a:latin typeface="+mn-lt"/>
                <a:ea typeface="SimSun" panose="02010600030101010101" pitchFamily="2" charset="-122"/>
                <a:cs typeface="+mn-cs"/>
              </a:rPr>
              <a:t>k </a:t>
            </a:r>
            <a:r>
              <a:rPr lang="en-US" altLang="en-US" b="1" kern="1200" dirty="0">
                <a:latin typeface="+mn-lt"/>
                <a:ea typeface="SimSun" panose="02010600030101010101" pitchFamily="2" charset="-122"/>
                <a:cs typeface="+mn-cs"/>
              </a:rPr>
              <a:t>Ç</a:t>
            </a:r>
            <a:r>
              <a:rPr lang="en-US" altLang="en-US" b="1" kern="1200" dirty="0">
                <a:latin typeface="+mn-lt"/>
                <a:ea typeface="SimSun" panose="02010600030101010101" pitchFamily="2" charset="-122"/>
                <a:cs typeface="+mn-cs"/>
              </a:rPr>
              <a:t>ö</a:t>
            </a:r>
            <a:r>
              <a:rPr lang="en-US" altLang="tr-TR" b="1" kern="1200" dirty="0">
                <a:latin typeface="+mn-lt"/>
                <a:ea typeface="SimSun" panose="02010600030101010101" pitchFamily="2" charset="-122"/>
                <a:cs typeface="+mn-cs"/>
              </a:rPr>
              <a:t>z</a:t>
            </a:r>
            <a:r>
              <a:rPr lang="en-US" altLang="en-US" b="1" kern="1200" dirty="0">
                <a:latin typeface="+mn-lt"/>
                <a:ea typeface="SimSun" panose="02010600030101010101" pitchFamily="2" charset="-122"/>
                <a:cs typeface="+mn-cs"/>
              </a:rPr>
              <a:t>ü</a:t>
            </a:r>
            <a:r>
              <a:rPr lang="en-US" altLang="tr-TR" b="1" kern="1200" dirty="0">
                <a:latin typeface="+mn-lt"/>
                <a:ea typeface="SimSun" panose="02010600030101010101" pitchFamily="2" charset="-122"/>
                <a:cs typeface="+mn-cs"/>
              </a:rPr>
              <a:t>m Yolu: T</a:t>
            </a:r>
            <a:r>
              <a:rPr lang="en-US" altLang="en-US" b="1" kern="1200" dirty="0">
                <a:latin typeface="+mn-lt"/>
                <a:ea typeface="SimSun" panose="02010600030101010101" pitchFamily="2" charset="-122"/>
                <a:cs typeface="+mn-cs"/>
              </a:rPr>
              <a:t>ü</a:t>
            </a:r>
            <a:r>
              <a:rPr lang="en-US" altLang="tr-TR" b="1" kern="1200" dirty="0">
                <a:latin typeface="+mn-lt"/>
                <a:ea typeface="SimSun" panose="02010600030101010101" pitchFamily="2" charset="-122"/>
                <a:cs typeface="+mn-cs"/>
              </a:rPr>
              <a:t>ketici Hakem Heyeti (THH)</a:t>
            </a:r>
            <a:endParaRPr lang="en-US" altLang="tr-TR" b="1"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kern="1200" dirty="0">
                <a:latin typeface="+mn-lt"/>
                <a:ea typeface="SimSun" panose="02010600030101010101" pitchFamily="2" charset="-122"/>
                <a:cs typeface="+mn-cs"/>
              </a:rPr>
              <a:t>Karar</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n Niteli</a:t>
            </a:r>
            <a:r>
              <a:rPr lang="" altLang="en-US" kern="1200" dirty="0">
                <a:latin typeface="+mn-lt"/>
                <a:ea typeface="SimSun" panose="02010600030101010101" pitchFamily="2" charset="-122"/>
                <a:cs typeface="+mn-cs"/>
              </a:rPr>
              <a:t>ğ</a:t>
            </a:r>
            <a:r>
              <a:rPr lang="en-US" altLang="tr-TR" kern="1200" dirty="0">
                <a:latin typeface="+mn-lt"/>
                <a:ea typeface="SimSun" panose="02010600030101010101" pitchFamily="2" charset="-122"/>
                <a:cs typeface="+mn-cs"/>
              </a:rPr>
              <a:t>i</a:t>
            </a:r>
            <a:endParaRPr lang="en-US" altLang="tr-TR"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en-US" altLang="tr-TR"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kern="1200" dirty="0">
                <a:latin typeface="+mn-lt"/>
                <a:ea typeface="SimSun" panose="02010600030101010101" pitchFamily="2" charset="-122"/>
                <a:cs typeface="+mn-cs"/>
              </a:rPr>
              <a:t>T</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ketici Hakem Heyeti'nin verdi</a:t>
            </a:r>
            <a:r>
              <a:rPr lang="" altLang="en-US" kern="1200" dirty="0">
                <a:latin typeface="+mn-lt"/>
                <a:ea typeface="SimSun" panose="02010600030101010101" pitchFamily="2" charset="-122"/>
                <a:cs typeface="+mn-cs"/>
              </a:rPr>
              <a:t>ğ</a:t>
            </a:r>
            <a:r>
              <a:rPr lang="en-US" altLang="tr-TR" kern="1200" dirty="0">
                <a:latin typeface="+mn-lt"/>
                <a:ea typeface="SimSun" panose="02010600030101010101" pitchFamily="2" charset="-122"/>
                <a:cs typeface="+mn-cs"/>
              </a:rPr>
              <a:t>i kararlar bir "tavsiye" de</a:t>
            </a:r>
            <a:r>
              <a:rPr lang="" altLang="en-US" kern="1200" dirty="0">
                <a:latin typeface="+mn-lt"/>
                <a:ea typeface="SimSun" panose="02010600030101010101" pitchFamily="2" charset="-122"/>
                <a:cs typeface="+mn-cs"/>
              </a:rPr>
              <a:t>ğ</a:t>
            </a:r>
            <a:r>
              <a:rPr lang="en-US" altLang="tr-TR" kern="1200" dirty="0">
                <a:latin typeface="+mn-lt"/>
                <a:ea typeface="SimSun" panose="02010600030101010101" pitchFamily="2" charset="-122"/>
                <a:cs typeface="+mn-cs"/>
              </a:rPr>
              <a:t>ildir. Bu kararlar, </a:t>
            </a:r>
            <a:r>
              <a:rPr lang="" altLang="en-US" kern="1200" dirty="0">
                <a:latin typeface="+mn-lt"/>
                <a:ea typeface="SimSun" panose="02010600030101010101" pitchFamily="2" charset="-122"/>
                <a:cs typeface="+mn-cs"/>
              </a:rPr>
              <a:t>İ</a:t>
            </a:r>
            <a:r>
              <a:rPr lang="en-US" altLang="tr-TR" kern="1200" dirty="0">
                <a:latin typeface="+mn-lt"/>
                <a:ea typeface="SimSun" panose="02010600030101010101" pitchFamily="2" charset="-122"/>
                <a:cs typeface="+mn-cs"/>
              </a:rPr>
              <a:t>cra ve </a:t>
            </a:r>
            <a:r>
              <a:rPr lang="" altLang="en-US" kern="1200" dirty="0">
                <a:latin typeface="+mn-lt"/>
                <a:ea typeface="SimSun" panose="02010600030101010101" pitchFamily="2" charset="-122"/>
                <a:cs typeface="+mn-cs"/>
              </a:rPr>
              <a:t>İ</a:t>
            </a:r>
            <a:r>
              <a:rPr lang="en-US" altLang="tr-TR" kern="1200" dirty="0">
                <a:latin typeface="+mn-lt"/>
                <a:ea typeface="SimSun" panose="02010600030101010101" pitchFamily="2" charset="-122"/>
                <a:cs typeface="+mn-cs"/>
              </a:rPr>
              <a:t>flas Kanunu uyar</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nca MAHKEME </a:t>
            </a:r>
            <a:r>
              <a:rPr lang="" altLang="en-US" kern="1200" dirty="0">
                <a:latin typeface="+mn-lt"/>
                <a:ea typeface="SimSun" panose="02010600030101010101" pitchFamily="2" charset="-122"/>
                <a:cs typeface="+mn-cs"/>
              </a:rPr>
              <a:t>İ</a:t>
            </a:r>
            <a:r>
              <a:rPr lang="en-US" altLang="tr-TR" kern="1200" dirty="0">
                <a:latin typeface="+mn-lt"/>
                <a:ea typeface="SimSun" panose="02010600030101010101" pitchFamily="2" charset="-122"/>
                <a:cs typeface="+mn-cs"/>
              </a:rPr>
              <a:t>LAMI (KARARI) niteli</a:t>
            </a:r>
            <a:r>
              <a:rPr lang="" altLang="en-US" kern="1200" dirty="0">
                <a:latin typeface="+mn-lt"/>
                <a:ea typeface="SimSun" panose="02010600030101010101" pitchFamily="2" charset="-122"/>
                <a:cs typeface="+mn-cs"/>
              </a:rPr>
              <a:t>ğ</a:t>
            </a:r>
            <a:r>
              <a:rPr lang="en-US" altLang="tr-TR" kern="1200" dirty="0">
                <a:latin typeface="+mn-lt"/>
                <a:ea typeface="SimSun" panose="02010600030101010101" pitchFamily="2" charset="-122"/>
                <a:cs typeface="+mn-cs"/>
              </a:rPr>
              <a:t>indedir.</a:t>
            </a:r>
            <a:endParaRPr lang="en-US" altLang="tr-TR"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en-US" altLang="tr-TR"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kern="1200" dirty="0">
                <a:latin typeface="+mn-lt"/>
                <a:ea typeface="SimSun" panose="02010600030101010101" pitchFamily="2" charset="-122"/>
                <a:cs typeface="+mn-cs"/>
              </a:rPr>
              <a:t>Bu </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u anlama gelir: E</a:t>
            </a:r>
            <a:r>
              <a:rPr lang="" altLang="en-US" kern="1200" dirty="0">
                <a:latin typeface="+mn-lt"/>
                <a:ea typeface="SimSun" panose="02010600030101010101" pitchFamily="2" charset="-122"/>
                <a:cs typeface="+mn-cs"/>
              </a:rPr>
              <a:t>ğ</a:t>
            </a:r>
            <a:r>
              <a:rPr lang="en-US" altLang="tr-TR" kern="1200" dirty="0">
                <a:latin typeface="+mn-lt"/>
                <a:ea typeface="SimSun" panose="02010600030101010101" pitchFamily="2" charset="-122"/>
                <a:cs typeface="+mn-cs"/>
              </a:rPr>
              <a:t>er sat</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c</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THH karar</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na ra</a:t>
            </a:r>
            <a:r>
              <a:rPr lang="" altLang="en-US" kern="1200" dirty="0">
                <a:latin typeface="+mn-lt"/>
                <a:ea typeface="SimSun" panose="02010600030101010101" pitchFamily="2" charset="-122"/>
                <a:cs typeface="+mn-cs"/>
              </a:rPr>
              <a:t>ğ</a:t>
            </a:r>
            <a:r>
              <a:rPr lang="en-US" altLang="tr-TR" kern="1200" dirty="0">
                <a:latin typeface="+mn-lt"/>
                <a:ea typeface="SimSun" panose="02010600030101010101" pitchFamily="2" charset="-122"/>
                <a:cs typeface="+mn-cs"/>
              </a:rPr>
              <a:t>men paray</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iade etmez veya </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r</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n</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 de</a:t>
            </a:r>
            <a:r>
              <a:rPr lang="" altLang="en-US" kern="1200" dirty="0">
                <a:latin typeface="+mn-lt"/>
                <a:ea typeface="SimSun" panose="02010600030101010101" pitchFamily="2" charset="-122"/>
                <a:cs typeface="+mn-cs"/>
              </a:rPr>
              <a:t>ğ</a:t>
            </a:r>
            <a:r>
              <a:rPr lang="en-US" altLang="tr-TR" kern="1200" dirty="0">
                <a:latin typeface="+mn-lt"/>
                <a:ea typeface="SimSun" panose="02010600030101010101" pitchFamily="2" charset="-122"/>
                <a:cs typeface="+mn-cs"/>
              </a:rPr>
              <a:t>i</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tirmezse, t</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ketici bu kararla do</a:t>
            </a:r>
            <a:r>
              <a:rPr lang="" altLang="en-US" kern="1200" dirty="0">
                <a:latin typeface="+mn-lt"/>
                <a:ea typeface="SimSun" panose="02010600030101010101" pitchFamily="2" charset="-122"/>
                <a:cs typeface="+mn-cs"/>
              </a:rPr>
              <a:t>ğ</a:t>
            </a:r>
            <a:r>
              <a:rPr lang="en-US" altLang="tr-TR" kern="1200" dirty="0">
                <a:latin typeface="+mn-lt"/>
                <a:ea typeface="SimSun" panose="02010600030101010101" pitchFamily="2" charset="-122"/>
                <a:cs typeface="+mn-cs"/>
              </a:rPr>
              <a:t>rudan </a:t>
            </a:r>
            <a:r>
              <a:rPr lang="" altLang="en-US" kern="1200" dirty="0">
                <a:latin typeface="+mn-lt"/>
                <a:ea typeface="SimSun" panose="02010600030101010101" pitchFamily="2" charset="-122"/>
                <a:cs typeface="+mn-cs"/>
              </a:rPr>
              <a:t>İ</a:t>
            </a:r>
            <a:r>
              <a:rPr lang="en-US" altLang="tr-TR" kern="1200" dirty="0">
                <a:latin typeface="+mn-lt"/>
                <a:ea typeface="SimSun" panose="02010600030101010101" pitchFamily="2" charset="-122"/>
                <a:cs typeface="+mn-cs"/>
              </a:rPr>
              <a:t>cra Dairesi'ne giderek sat</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c</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n</a:t>
            </a:r>
            <a:r>
              <a:rPr lang=""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n mal varl</a:t>
            </a:r>
            <a:r>
              <a:rPr lang="" altLang="en-US" kern="1200" dirty="0">
                <a:latin typeface="+mn-lt"/>
                <a:ea typeface="SimSun" panose="02010600030101010101" pitchFamily="2" charset="-122"/>
                <a:cs typeface="+mn-cs"/>
              </a:rPr>
              <a:t>ığı</a:t>
            </a:r>
            <a:r>
              <a:rPr lang="en-US" altLang="tr-TR" kern="1200" dirty="0">
                <a:latin typeface="+mn-lt"/>
                <a:ea typeface="SimSun" panose="02010600030101010101" pitchFamily="2" charset="-122"/>
                <a:cs typeface="+mn-cs"/>
              </a:rPr>
              <a:t>na haciz i</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lemi (icra takibi) ba</a:t>
            </a:r>
            <a:r>
              <a:rPr lang=""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latabilir.</a:t>
            </a:r>
            <a:endParaRPr lang="en-US" altLang="tr-TR" kern="1200" dirty="0">
              <a:latin typeface="+mn-lt"/>
              <a:ea typeface="SimSun" panose="02010600030101010101" pitchFamily="2" charset="-122"/>
              <a:cs typeface="+mn-cs"/>
            </a:endParaRPr>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44035"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Sözleşmeler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44036" name="Content Placeholder 2"/>
          <p:cNvSpPr>
            <a:spLocks noGrp="1"/>
          </p:cNvSpPr>
          <p:nvPr>
            <p:ph idx="1" hasCustomPrompt="1"/>
          </p:nvPr>
        </p:nvSpPr>
        <p:spPr>
          <a:xfrm>
            <a:off x="552450" y="719138"/>
            <a:ext cx="10515600" cy="5767387"/>
          </a:xfrm>
          <a:ln/>
        </p:spPr>
        <p:txBody>
          <a:bodyPr vert="horz" wrap="square" lIns="91440" tIns="45720" rIns="91440" bIns="45720" anchor="t" anchorCtr="0"/>
          <a:p>
            <a:pPr marL="0" indent="0" eaLnBrk="1" hangingPunct="1">
              <a:buFont typeface="Arial" panose="020B0604020202020204" pitchFamily="34" charset="0"/>
              <a:buNone/>
            </a:pPr>
            <a:r>
              <a:rPr lang="tr-TR" altLang="en-US" b="1" kern="1200" dirty="0">
                <a:latin typeface="+mn-lt"/>
                <a:ea typeface="SimSun" panose="02010600030101010101" pitchFamily="2" charset="-122"/>
                <a:cs typeface="+mn-cs"/>
              </a:rPr>
              <a:t>Elektronik Ticaret Kanunu’nda Sözleşmelere İlişkin Düzenlemeler</a:t>
            </a:r>
            <a:endParaRPr lang="tr-TR" altLang="en-US" b="1"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b="1"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Kanun’un asıl amacı, elektronik ortamda icra edilen ticarete ve sözleşmelere güvenin sağlanmasıdır. </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Elektronik Ticaretin Düzenlenmesi Hakkında Kanun’da siparişe ilişkin düzenlemeler de yer almaktadır. Hizmet sağlayıcı, alıcıya, siparişin onaylanması aşamasında ve ödeme bilgilerinin girilmesinden önce ödeyeceği toplam bedeli ve sözleşme şartlarını görebilme imkânı sağlamalı, siparişi teyit etmeli, sipariş verilmeden önce veri hatalarını belirleyebilme ve düzeltebilme imkânları verilmelidir</a:t>
            </a:r>
            <a:endParaRPr lang="tr-TR" altLang="en-US" b="1"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b="1"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b="1"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46083"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Sözleşmeler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46084" name="Content Placeholder 2"/>
          <p:cNvSpPr>
            <a:spLocks noGrp="1"/>
          </p:cNvSpPr>
          <p:nvPr>
            <p:ph idx="1" hasCustomPrompt="1"/>
          </p:nvPr>
        </p:nvSpPr>
        <p:spPr>
          <a:xfrm>
            <a:off x="552450" y="719138"/>
            <a:ext cx="10515600" cy="5767387"/>
          </a:xfrm>
          <a:ln/>
        </p:spPr>
        <p:txBody>
          <a:bodyPr vert="horz" wrap="square" lIns="91440" tIns="45720" rIns="91440" bIns="45720" anchor="t" anchorCtr="0"/>
          <a:p>
            <a:pPr marL="0" indent="0" eaLnBrk="1" hangingPunct="1">
              <a:buFont typeface="Arial" panose="020B0604020202020204" pitchFamily="34" charset="0"/>
              <a:buNone/>
            </a:pPr>
            <a:r>
              <a:rPr lang="tr-TR" altLang="en-US" b="1" kern="1200" dirty="0">
                <a:latin typeface="+mn-lt"/>
                <a:ea typeface="SimSun" panose="02010600030101010101" pitchFamily="2" charset="-122"/>
                <a:cs typeface="+mn-cs"/>
              </a:rPr>
              <a:t>Elektronik Ticaret Kanunu’nda Sözleşmelere İlişkin Düzenlemeler</a:t>
            </a:r>
            <a:endParaRPr lang="tr-TR" altLang="en-US" b="1"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b="1"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Ticari iletişim söz konusu ise bu iletişimin kimin adına yapıldığı da başta belirtilmelidir. Ayrıca indirim, hediye ya da promosyon amaçlı yarışma ya da oyun varsa bunlara ilişkin açıklamalar da yer almalı ve bu açıklamalar anlaşılabilir olmalıdır</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b="1"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b="1"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p:txBody>
      </p:sp>
    </p:spTree>
  </p:cSld>
  <p:clrMapOvr>
    <a:masterClrMapping/>
  </p:clrMapOvr>
  <p:transition spd="slow"/>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16901</Words>
  <Application>WPS Sunum</Application>
  <PresentationFormat/>
  <Paragraphs>292</Paragraphs>
  <Slides>33</Slides>
  <Notes>19</Notes>
  <HiddenSlides>0</HiddenSlides>
  <MMClips>0</MMClips>
  <ScaleCrop>false</ScaleCrop>
  <HeadingPairs>
    <vt:vector size="6" baseType="variant">
      <vt:variant>
        <vt:lpstr>已用的字体</vt:lpstr>
      </vt:variant>
      <vt:variant>
        <vt:i4>9</vt:i4>
      </vt:variant>
      <vt:variant>
        <vt:lpstr>主题</vt:lpstr>
      </vt:variant>
      <vt:variant>
        <vt:i4>5</vt:i4>
      </vt:variant>
      <vt:variant>
        <vt:lpstr>幻灯片标题</vt:lpstr>
      </vt:variant>
      <vt:variant>
        <vt:i4>33</vt:i4>
      </vt:variant>
    </vt:vector>
  </HeadingPairs>
  <TitlesOfParts>
    <vt:vector size="47" baseType="lpstr">
      <vt:lpstr>Arial</vt:lpstr>
      <vt:lpstr>SimSun</vt:lpstr>
      <vt:lpstr>Wingdings</vt:lpstr>
      <vt:lpstr>Calibri</vt:lpstr>
      <vt:lpstr>Calibri Light</vt:lpstr>
      <vt:lpstr>Microsoft YaHei</vt:lpstr>
      <vt:lpstr>+mn-ea</vt:lpstr>
      <vt:lpstr>Segoe Print</vt:lpstr>
      <vt:lpstr>Arial Unicode MS</vt:lpstr>
      <vt:lpstr>Office 主题</vt:lpstr>
      <vt:lpstr>1_Office 主题</vt:lpstr>
      <vt:lpstr>2_Office 主题</vt:lpstr>
      <vt:lpstr>3_Office 主题</vt:lpstr>
      <vt:lpstr>4_Office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Zafer</cp:lastModifiedBy>
  <cp:revision>15</cp:revision>
  <dcterms:created xsi:type="dcterms:W3CDTF">2015-06-19T05:01:00Z</dcterms:created>
  <dcterms:modified xsi:type="dcterms:W3CDTF">2025-11-05T19:02:33Z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1055-12.2.0.22549</vt:lpwstr>
  </property>
  <property fmtid="{D5CDD505-2E9C-101B-9397-08002B2CF9AE}" pid="3" name="ICV">
    <vt:lpwstr>D62F324BD1D5401B8C8F509505843EAF_12</vt:lpwstr>
  </property>
</Properties>
</file>