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</p:sldMasterIdLst>
  <p:notesMasterIdLst>
    <p:notesMasterId r:id="rId7"/>
  </p:notesMasterIdLst>
  <p:handoutMasterIdLst>
    <p:handoutMasterId r:id="rId42"/>
  </p:handoutMasterIdLst>
  <p:sldIdLst>
    <p:sldId id="298" r:id="rId6"/>
    <p:sldId id="299" r:id="rId8"/>
    <p:sldId id="585" r:id="rId9"/>
    <p:sldId id="587" r:id="rId10"/>
    <p:sldId id="588" r:id="rId11"/>
    <p:sldId id="600" r:id="rId12"/>
    <p:sldId id="629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  <p:sldId id="609" r:id="rId22"/>
    <p:sldId id="610" r:id="rId23"/>
    <p:sldId id="611" r:id="rId24"/>
    <p:sldId id="612" r:id="rId25"/>
    <p:sldId id="613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1" r:id="rId34"/>
    <p:sldId id="622" r:id="rId35"/>
    <p:sldId id="623" r:id="rId36"/>
    <p:sldId id="624" r:id="rId37"/>
    <p:sldId id="625" r:id="rId38"/>
    <p:sldId id="626" r:id="rId39"/>
    <p:sldId id="628" r:id="rId40"/>
    <p:sldId id="627" r:id="rId4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815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3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735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02B2FF-7175-4A9A-A35C-1BDD4383E395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837097-7D39-4B83-8E65-3A9D37E49D5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 fontAlgn="base">
              <a:buNone/>
            </a:pPr>
            <a:endParaRPr lang="zh-CN" altLang="en-US" sz="1200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 algn="r" fontAlgn="base">
              <a:buNone/>
            </a:pPr>
            <a:endParaRPr lang="zh-CN" altLang="en-US" sz="1200" strike="noStrike" noProof="1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fontAlgn="base">
              <a:buNone/>
            </a:pPr>
            <a:endParaRPr lang="zh-CN" altLang="en-US" sz="1200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266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Image Placeholder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tr-TR" altLang="zh-CN" strike="noStrike" noProof="1" smtClean="0"/>
              <a:t>Asıl metin stillerini düzenle</a:t>
            </a:r>
            <a:endParaRPr lang="tr-TR" altLang="zh-CN" strike="noStrike" noProof="1" smtClean="0"/>
          </a:p>
          <a:p>
            <a:pPr lvl="1" fontAlgn="base"/>
            <a:r>
              <a:rPr lang="tr-TR" altLang="zh-CN" strike="noStrike" noProof="1" smtClean="0"/>
              <a:t>İkinci düzey</a:t>
            </a:r>
            <a:endParaRPr lang="tr-TR" altLang="zh-CN" strike="noStrike" noProof="1" smtClean="0"/>
          </a:p>
          <a:p>
            <a:pPr lvl="2" fontAlgn="base"/>
            <a:r>
              <a:rPr lang="tr-TR" altLang="zh-CN" strike="noStrike" noProof="1" smtClean="0"/>
              <a:t>Üçüncü düzey</a:t>
            </a:r>
            <a:endParaRPr lang="tr-TR" altLang="zh-CN" strike="noStrike" noProof="1" smtClean="0"/>
          </a:p>
          <a:p>
            <a:pPr lvl="3" fontAlgn="base"/>
            <a:r>
              <a:rPr lang="tr-TR" altLang="zh-CN" strike="noStrike" noProof="1" smtClean="0"/>
              <a:t>Dördüncü düzey</a:t>
            </a:r>
            <a:endParaRPr lang="tr-TR" altLang="zh-CN" strike="noStrike" noProof="1" smtClean="0"/>
          </a:p>
          <a:p>
            <a:pPr lvl="4" fontAlgn="base"/>
            <a:r>
              <a:rPr lang="tr-TR" altLang="zh-CN" strike="noStrike" noProof="1" smtClean="0"/>
              <a:t>Beşinci düzey</a:t>
            </a:r>
            <a:endParaRPr lang="zh-CN" altLang="en-US" strike="noStrike" noProof="1" smtClean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fontAlgn="base"/>
            <a:r>
              <a:rPr lang="tr-TR" altLang="zh-CN" strike="noStrike" noProof="1" smtClean="0"/>
              <a:t>Asıl metin stillerini düzenle</a:t>
            </a:r>
            <a:endParaRPr lang="tr-TR" altLang="zh-CN" strike="noStrike" noProof="1" smtClean="0"/>
          </a:p>
          <a:p>
            <a:pPr lvl="1" fontAlgn="base"/>
            <a:r>
              <a:rPr lang="tr-TR" altLang="zh-CN" strike="noStrike" noProof="1" smtClean="0"/>
              <a:t>İkinci düzey</a:t>
            </a:r>
            <a:endParaRPr lang="tr-TR" altLang="zh-CN" strike="noStrike" noProof="1" smtClean="0"/>
          </a:p>
          <a:p>
            <a:pPr lvl="2" fontAlgn="base"/>
            <a:r>
              <a:rPr lang="tr-TR" altLang="zh-CN" strike="noStrike" noProof="1" smtClean="0"/>
              <a:t>Üçüncü düzey</a:t>
            </a:r>
            <a:endParaRPr lang="tr-TR" altLang="zh-CN" strike="noStrike" noProof="1" smtClean="0"/>
          </a:p>
          <a:p>
            <a:pPr lvl="3" fontAlgn="base"/>
            <a:r>
              <a:rPr lang="tr-TR" altLang="zh-CN" strike="noStrike" noProof="1" smtClean="0"/>
              <a:t>Dördüncü düzey</a:t>
            </a:r>
            <a:endParaRPr lang="tr-TR" altLang="zh-CN" strike="noStrike" noProof="1" smtClean="0"/>
          </a:p>
          <a:p>
            <a:pPr lvl="4" fontAlgn="base"/>
            <a:r>
              <a:rPr lang="tr-TR" altLang="zh-CN" strike="noStrike" noProof="1" smtClean="0"/>
              <a:t>Beşinci düzey</a:t>
            </a:r>
            <a:endParaRPr lang="zh-CN" altLang="en-US" strike="noStrike" noProof="1" smtClean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tr-TR" altLang="zh-CN" strike="noStrike" noProof="1" smtClean="0"/>
              <a:t>Asıl metin stillerini düzenle</a:t>
            </a:r>
            <a:endParaRPr lang="tr-TR" altLang="zh-CN" strike="noStrike" noProof="1" smtClean="0"/>
          </a:p>
          <a:p>
            <a:pPr lvl="1" fontAlgn="base"/>
            <a:r>
              <a:rPr lang="tr-TR" altLang="zh-CN" strike="noStrike" noProof="1" smtClean="0"/>
              <a:t>İkinci düzey</a:t>
            </a:r>
            <a:endParaRPr lang="tr-TR" altLang="zh-CN" strike="noStrike" noProof="1" smtClean="0"/>
          </a:p>
          <a:p>
            <a:pPr lvl="2" fontAlgn="base"/>
            <a:r>
              <a:rPr lang="tr-TR" altLang="zh-CN" strike="noStrike" noProof="1" smtClean="0"/>
              <a:t>Üçüncü düzey</a:t>
            </a:r>
            <a:endParaRPr lang="tr-TR" altLang="zh-CN" strike="noStrike" noProof="1" smtClean="0"/>
          </a:p>
          <a:p>
            <a:pPr lvl="3" fontAlgn="base"/>
            <a:r>
              <a:rPr lang="tr-TR" altLang="zh-CN" strike="noStrike" noProof="1" smtClean="0"/>
              <a:t>Dördüncü düzey</a:t>
            </a:r>
            <a:endParaRPr lang="tr-TR" altLang="zh-CN" strike="noStrike" noProof="1" smtClean="0"/>
          </a:p>
          <a:p>
            <a:pPr lvl="4" fontAlgn="base"/>
            <a:r>
              <a:rPr lang="tr-TR" altLang="zh-CN" strike="noStrike" noProof="1" smtClean="0"/>
              <a:t>Beşinci düzey</a:t>
            </a:r>
            <a:endParaRPr lang="zh-CN" altLang="en-US" strike="noStrike" noProof="1" smtClean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fontAlgn="base"/>
            <a:r>
              <a:rPr lang="tr-TR" altLang="zh-CN" strike="noStrike" noProof="1" smtClean="0"/>
              <a:t>Asıl metin stillerini düzenle</a:t>
            </a:r>
            <a:endParaRPr lang="tr-TR" altLang="zh-CN" strike="noStrike" noProof="1" smtClean="0"/>
          </a:p>
          <a:p>
            <a:pPr lvl="1" fontAlgn="base"/>
            <a:r>
              <a:rPr lang="tr-TR" altLang="zh-CN" strike="noStrike" noProof="1" smtClean="0"/>
              <a:t>İkinci düzey</a:t>
            </a:r>
            <a:endParaRPr lang="tr-TR" altLang="zh-CN" strike="noStrike" noProof="1" smtClean="0"/>
          </a:p>
          <a:p>
            <a:pPr lvl="2" fontAlgn="base"/>
            <a:r>
              <a:rPr lang="tr-TR" altLang="zh-CN" strike="noStrike" noProof="1" smtClean="0"/>
              <a:t>Üçüncü düzey</a:t>
            </a:r>
            <a:endParaRPr lang="tr-TR" altLang="zh-CN" strike="noStrike" noProof="1" smtClean="0"/>
          </a:p>
          <a:p>
            <a:pPr lvl="3" fontAlgn="base"/>
            <a:r>
              <a:rPr lang="tr-TR" altLang="zh-CN" strike="noStrike" noProof="1" smtClean="0"/>
              <a:t>Dördüncü düzey</a:t>
            </a:r>
            <a:endParaRPr lang="tr-TR" altLang="zh-CN" strike="noStrike" noProof="1" smtClean="0"/>
          </a:p>
          <a:p>
            <a:pPr lvl="4" fontAlgn="base"/>
            <a:r>
              <a:rPr lang="tr-TR" altLang="zh-CN" strike="noStrike" noProof="1" smtClean="0"/>
              <a:t>Beşinci düzey</a:t>
            </a:r>
            <a:endParaRPr lang="zh-CN" altLang="en-US" strike="noStrike" noProof="1" smtClean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SimSun" panose="02010600030101010101" pitchFamily="2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SimSun" panose="02010600030101010101" pitchFamily="2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SimSun" panose="02010600030101010101" pitchFamily="2" charset="-122"/>
          <a:ea typeface="SimSun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5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1446213" y="2070100"/>
            <a:ext cx="2719388" cy="2717800"/>
          </a:xfrm>
          <a:custGeom>
            <a:avLst/>
            <a:gdLst>
              <a:gd name="T0" fmla="*/ 741 w 1482"/>
              <a:gd name="T1" fmla="*/ 969 h 1482"/>
              <a:gd name="T2" fmla="*/ 513 w 1482"/>
              <a:gd name="T3" fmla="*/ 741 h 1482"/>
              <a:gd name="T4" fmla="*/ 741 w 1482"/>
              <a:gd name="T5" fmla="*/ 513 h 1482"/>
              <a:gd name="T6" fmla="*/ 969 w 1482"/>
              <a:gd name="T7" fmla="*/ 741 h 1482"/>
              <a:gd name="T8" fmla="*/ 741 w 1482"/>
              <a:gd name="T9" fmla="*/ 969 h 1482"/>
              <a:gd name="T10" fmla="*/ 617 w 1482"/>
              <a:gd name="T11" fmla="*/ 390 h 1482"/>
              <a:gd name="T12" fmla="*/ 484 w 1482"/>
              <a:gd name="T13" fmla="*/ 257 h 1482"/>
              <a:gd name="T14" fmla="*/ 0 w 1482"/>
              <a:gd name="T15" fmla="*/ 741 h 1482"/>
              <a:gd name="T16" fmla="*/ 741 w 1482"/>
              <a:gd name="T17" fmla="*/ 1482 h 1482"/>
              <a:gd name="T18" fmla="*/ 874 w 1482"/>
              <a:gd name="T19" fmla="*/ 1349 h 1482"/>
              <a:gd name="T20" fmla="*/ 266 w 1482"/>
              <a:gd name="T21" fmla="*/ 741 h 1482"/>
              <a:gd name="T22" fmla="*/ 617 w 1482"/>
              <a:gd name="T23" fmla="*/ 390 h 1482"/>
              <a:gd name="T24" fmla="*/ 864 w 1482"/>
              <a:gd name="T25" fmla="*/ 1093 h 1482"/>
              <a:gd name="T26" fmla="*/ 997 w 1482"/>
              <a:gd name="T27" fmla="*/ 1226 h 1482"/>
              <a:gd name="T28" fmla="*/ 1482 w 1482"/>
              <a:gd name="T29" fmla="*/ 741 h 1482"/>
              <a:gd name="T30" fmla="*/ 741 w 1482"/>
              <a:gd name="T31" fmla="*/ 0 h 1482"/>
              <a:gd name="T32" fmla="*/ 608 w 1482"/>
              <a:gd name="T33" fmla="*/ 133 h 1482"/>
              <a:gd name="T34" fmla="*/ 1216 w 1482"/>
              <a:gd name="T35" fmla="*/ 741 h 1482"/>
              <a:gd name="T36" fmla="*/ 864 w 1482"/>
              <a:gd name="T37" fmla="*/ 1093 h 1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2" h="1482">
                <a:moveTo>
                  <a:pt x="741" y="969"/>
                </a:moveTo>
                <a:lnTo>
                  <a:pt x="513" y="741"/>
                </a:lnTo>
                <a:lnTo>
                  <a:pt x="741" y="513"/>
                </a:lnTo>
                <a:lnTo>
                  <a:pt x="969" y="741"/>
                </a:lnTo>
                <a:lnTo>
                  <a:pt x="741" y="969"/>
                </a:lnTo>
                <a:close/>
                <a:moveTo>
                  <a:pt x="617" y="390"/>
                </a:moveTo>
                <a:lnTo>
                  <a:pt x="484" y="257"/>
                </a:lnTo>
                <a:lnTo>
                  <a:pt x="0" y="741"/>
                </a:lnTo>
                <a:lnTo>
                  <a:pt x="741" y="1482"/>
                </a:lnTo>
                <a:lnTo>
                  <a:pt x="874" y="1349"/>
                </a:lnTo>
                <a:lnTo>
                  <a:pt x="266" y="741"/>
                </a:lnTo>
                <a:lnTo>
                  <a:pt x="617" y="390"/>
                </a:lnTo>
                <a:close/>
                <a:moveTo>
                  <a:pt x="864" y="1093"/>
                </a:moveTo>
                <a:lnTo>
                  <a:pt x="997" y="1226"/>
                </a:lnTo>
                <a:lnTo>
                  <a:pt x="1482" y="741"/>
                </a:lnTo>
                <a:lnTo>
                  <a:pt x="741" y="0"/>
                </a:lnTo>
                <a:lnTo>
                  <a:pt x="608" y="133"/>
                </a:lnTo>
                <a:lnTo>
                  <a:pt x="1216" y="741"/>
                </a:lnTo>
                <a:lnTo>
                  <a:pt x="864" y="1093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/>
        </p:nvSpPr>
        <p:spPr bwMode="auto">
          <a:xfrm>
            <a:off x="3981450" y="2368550"/>
            <a:ext cx="8077200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altLang="en-US" sz="8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Bilişim Hukuku</a:t>
            </a:r>
            <a:endParaRPr kumimoji="0" lang="tr-TR" altLang="en-US" sz="80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6148" name="组合 11"/>
          <p:cNvGrpSpPr/>
          <p:nvPr/>
        </p:nvGrpSpPr>
        <p:grpSpPr>
          <a:xfrm>
            <a:off x="4271963" y="4086225"/>
            <a:ext cx="7392987" cy="77788"/>
            <a:chOff x="4905828" y="3767763"/>
            <a:chExt cx="5881083" cy="0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4905828" y="3767763"/>
              <a:ext cx="705932" cy="0"/>
            </a:xfrm>
            <a:prstGeom prst="line">
              <a:avLst/>
            </a:prstGeom>
            <a:ln w="19050" cap="rnd">
              <a:solidFill>
                <a:schemeClr val="bg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0080979" y="3767763"/>
              <a:ext cx="705932" cy="0"/>
            </a:xfrm>
            <a:prstGeom prst="line">
              <a:avLst/>
            </a:prstGeom>
            <a:ln w="19050" cap="rnd">
              <a:solidFill>
                <a:schemeClr val="bg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51" name="文本框 12"/>
          <p:cNvSpPr txBox="1"/>
          <p:nvPr/>
        </p:nvSpPr>
        <p:spPr>
          <a:xfrm>
            <a:off x="3902075" y="3775075"/>
            <a:ext cx="8143875" cy="306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Font typeface="Arial" panose="020B0604020202020204" pitchFamily="34" charset="0"/>
            </a:pPr>
            <a:r>
              <a:rPr lang="tr-TR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Ünite 6 : E-Ticaret</a:t>
            </a:r>
            <a:endParaRPr lang="tr-TR" altLang="en-US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52" name="文本框 12"/>
          <p:cNvSpPr txBox="1"/>
          <p:nvPr/>
        </p:nvSpPr>
        <p:spPr>
          <a:xfrm>
            <a:off x="8362950" y="6248400"/>
            <a:ext cx="2947988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Font typeface="Arial" panose="020B0604020202020204" pitchFamily="34" charset="0"/>
            </a:pPr>
            <a:r>
              <a:rPr lang="tr-TR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Öğr. Gör. Zafer SERİN</a:t>
            </a:r>
            <a:endParaRPr lang="tr-TR" altLang="en-US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1588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7A2EBC"/>
              </a:gs>
              <a:gs pos="100000">
                <a:srgbClr val="C21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3843338" y="1323975"/>
            <a:ext cx="365125" cy="365125"/>
          </a:xfrm>
          <a:custGeom>
            <a:avLst/>
            <a:gdLst>
              <a:gd name="T0" fmla="*/ 741 w 1482"/>
              <a:gd name="T1" fmla="*/ 969 h 1482"/>
              <a:gd name="T2" fmla="*/ 513 w 1482"/>
              <a:gd name="T3" fmla="*/ 741 h 1482"/>
              <a:gd name="T4" fmla="*/ 741 w 1482"/>
              <a:gd name="T5" fmla="*/ 513 h 1482"/>
              <a:gd name="T6" fmla="*/ 969 w 1482"/>
              <a:gd name="T7" fmla="*/ 741 h 1482"/>
              <a:gd name="T8" fmla="*/ 741 w 1482"/>
              <a:gd name="T9" fmla="*/ 969 h 1482"/>
              <a:gd name="T10" fmla="*/ 617 w 1482"/>
              <a:gd name="T11" fmla="*/ 390 h 1482"/>
              <a:gd name="T12" fmla="*/ 484 w 1482"/>
              <a:gd name="T13" fmla="*/ 257 h 1482"/>
              <a:gd name="T14" fmla="*/ 0 w 1482"/>
              <a:gd name="T15" fmla="*/ 741 h 1482"/>
              <a:gd name="T16" fmla="*/ 741 w 1482"/>
              <a:gd name="T17" fmla="*/ 1482 h 1482"/>
              <a:gd name="T18" fmla="*/ 874 w 1482"/>
              <a:gd name="T19" fmla="*/ 1349 h 1482"/>
              <a:gd name="T20" fmla="*/ 266 w 1482"/>
              <a:gd name="T21" fmla="*/ 741 h 1482"/>
              <a:gd name="T22" fmla="*/ 617 w 1482"/>
              <a:gd name="T23" fmla="*/ 390 h 1482"/>
              <a:gd name="T24" fmla="*/ 864 w 1482"/>
              <a:gd name="T25" fmla="*/ 1093 h 1482"/>
              <a:gd name="T26" fmla="*/ 997 w 1482"/>
              <a:gd name="T27" fmla="*/ 1226 h 1482"/>
              <a:gd name="T28" fmla="*/ 1482 w 1482"/>
              <a:gd name="T29" fmla="*/ 741 h 1482"/>
              <a:gd name="T30" fmla="*/ 741 w 1482"/>
              <a:gd name="T31" fmla="*/ 0 h 1482"/>
              <a:gd name="T32" fmla="*/ 608 w 1482"/>
              <a:gd name="T33" fmla="*/ 133 h 1482"/>
              <a:gd name="T34" fmla="*/ 1216 w 1482"/>
              <a:gd name="T35" fmla="*/ 741 h 1482"/>
              <a:gd name="T36" fmla="*/ 864 w 1482"/>
              <a:gd name="T37" fmla="*/ 1093 h 1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2" h="1482">
                <a:moveTo>
                  <a:pt x="741" y="969"/>
                </a:moveTo>
                <a:lnTo>
                  <a:pt x="513" y="741"/>
                </a:lnTo>
                <a:lnTo>
                  <a:pt x="741" y="513"/>
                </a:lnTo>
                <a:lnTo>
                  <a:pt x="969" y="741"/>
                </a:lnTo>
                <a:lnTo>
                  <a:pt x="741" y="969"/>
                </a:lnTo>
                <a:close/>
                <a:moveTo>
                  <a:pt x="617" y="390"/>
                </a:moveTo>
                <a:lnTo>
                  <a:pt x="484" y="257"/>
                </a:lnTo>
                <a:lnTo>
                  <a:pt x="0" y="741"/>
                </a:lnTo>
                <a:lnTo>
                  <a:pt x="741" y="1482"/>
                </a:lnTo>
                <a:lnTo>
                  <a:pt x="874" y="1349"/>
                </a:lnTo>
                <a:lnTo>
                  <a:pt x="266" y="741"/>
                </a:lnTo>
                <a:lnTo>
                  <a:pt x="617" y="390"/>
                </a:lnTo>
                <a:close/>
                <a:moveTo>
                  <a:pt x="864" y="1093"/>
                </a:moveTo>
                <a:lnTo>
                  <a:pt x="997" y="1226"/>
                </a:lnTo>
                <a:lnTo>
                  <a:pt x="1482" y="741"/>
                </a:lnTo>
                <a:lnTo>
                  <a:pt x="741" y="0"/>
                </a:lnTo>
                <a:lnTo>
                  <a:pt x="608" y="133"/>
                </a:lnTo>
                <a:lnTo>
                  <a:pt x="1216" y="741"/>
                </a:lnTo>
                <a:lnTo>
                  <a:pt x="864" y="1093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5" name="文本框 31"/>
          <p:cNvSpPr txBox="1"/>
          <p:nvPr/>
        </p:nvSpPr>
        <p:spPr>
          <a:xfrm>
            <a:off x="4164013" y="1276350"/>
            <a:ext cx="77739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Elektronik Ortamda Sözleşmeler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96" name="文本框 31"/>
          <p:cNvSpPr txBox="1"/>
          <p:nvPr/>
        </p:nvSpPr>
        <p:spPr>
          <a:xfrm>
            <a:off x="4225925" y="2619375"/>
            <a:ext cx="72199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Elektronik Ortamda Reklamlar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reeform 5"/>
          <p:cNvSpPr>
            <a:spLocks noEditPoints="1"/>
          </p:cNvSpPr>
          <p:nvPr/>
        </p:nvSpPr>
        <p:spPr bwMode="auto">
          <a:xfrm>
            <a:off x="3848100" y="2714625"/>
            <a:ext cx="365125" cy="365125"/>
          </a:xfrm>
          <a:custGeom>
            <a:avLst/>
            <a:gdLst>
              <a:gd name="T0" fmla="*/ 741 w 1482"/>
              <a:gd name="T1" fmla="*/ 969 h 1482"/>
              <a:gd name="T2" fmla="*/ 513 w 1482"/>
              <a:gd name="T3" fmla="*/ 741 h 1482"/>
              <a:gd name="T4" fmla="*/ 741 w 1482"/>
              <a:gd name="T5" fmla="*/ 513 h 1482"/>
              <a:gd name="T6" fmla="*/ 969 w 1482"/>
              <a:gd name="T7" fmla="*/ 741 h 1482"/>
              <a:gd name="T8" fmla="*/ 741 w 1482"/>
              <a:gd name="T9" fmla="*/ 969 h 1482"/>
              <a:gd name="T10" fmla="*/ 617 w 1482"/>
              <a:gd name="T11" fmla="*/ 390 h 1482"/>
              <a:gd name="T12" fmla="*/ 484 w 1482"/>
              <a:gd name="T13" fmla="*/ 257 h 1482"/>
              <a:gd name="T14" fmla="*/ 0 w 1482"/>
              <a:gd name="T15" fmla="*/ 741 h 1482"/>
              <a:gd name="T16" fmla="*/ 741 w 1482"/>
              <a:gd name="T17" fmla="*/ 1482 h 1482"/>
              <a:gd name="T18" fmla="*/ 874 w 1482"/>
              <a:gd name="T19" fmla="*/ 1349 h 1482"/>
              <a:gd name="T20" fmla="*/ 266 w 1482"/>
              <a:gd name="T21" fmla="*/ 741 h 1482"/>
              <a:gd name="T22" fmla="*/ 617 w 1482"/>
              <a:gd name="T23" fmla="*/ 390 h 1482"/>
              <a:gd name="T24" fmla="*/ 864 w 1482"/>
              <a:gd name="T25" fmla="*/ 1093 h 1482"/>
              <a:gd name="T26" fmla="*/ 997 w 1482"/>
              <a:gd name="T27" fmla="*/ 1226 h 1482"/>
              <a:gd name="T28" fmla="*/ 1482 w 1482"/>
              <a:gd name="T29" fmla="*/ 741 h 1482"/>
              <a:gd name="T30" fmla="*/ 741 w 1482"/>
              <a:gd name="T31" fmla="*/ 0 h 1482"/>
              <a:gd name="T32" fmla="*/ 608 w 1482"/>
              <a:gd name="T33" fmla="*/ 133 h 1482"/>
              <a:gd name="T34" fmla="*/ 1216 w 1482"/>
              <a:gd name="T35" fmla="*/ 741 h 1482"/>
              <a:gd name="T36" fmla="*/ 864 w 1482"/>
              <a:gd name="T37" fmla="*/ 1093 h 1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2" h="1482">
                <a:moveTo>
                  <a:pt x="741" y="969"/>
                </a:moveTo>
                <a:lnTo>
                  <a:pt x="513" y="741"/>
                </a:lnTo>
                <a:lnTo>
                  <a:pt x="741" y="513"/>
                </a:lnTo>
                <a:lnTo>
                  <a:pt x="969" y="741"/>
                </a:lnTo>
                <a:lnTo>
                  <a:pt x="741" y="969"/>
                </a:lnTo>
                <a:close/>
                <a:moveTo>
                  <a:pt x="617" y="390"/>
                </a:moveTo>
                <a:lnTo>
                  <a:pt x="484" y="257"/>
                </a:lnTo>
                <a:lnTo>
                  <a:pt x="0" y="741"/>
                </a:lnTo>
                <a:lnTo>
                  <a:pt x="741" y="1482"/>
                </a:lnTo>
                <a:lnTo>
                  <a:pt x="874" y="1349"/>
                </a:lnTo>
                <a:lnTo>
                  <a:pt x="266" y="741"/>
                </a:lnTo>
                <a:lnTo>
                  <a:pt x="617" y="390"/>
                </a:lnTo>
                <a:close/>
                <a:moveTo>
                  <a:pt x="864" y="1093"/>
                </a:moveTo>
                <a:lnTo>
                  <a:pt x="997" y="1226"/>
                </a:lnTo>
                <a:lnTo>
                  <a:pt x="1482" y="741"/>
                </a:lnTo>
                <a:lnTo>
                  <a:pt x="741" y="0"/>
                </a:lnTo>
                <a:lnTo>
                  <a:pt x="608" y="133"/>
                </a:lnTo>
                <a:lnTo>
                  <a:pt x="1216" y="741"/>
                </a:lnTo>
                <a:lnTo>
                  <a:pt x="864" y="1093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8" name="文本框 31"/>
          <p:cNvSpPr txBox="1"/>
          <p:nvPr/>
        </p:nvSpPr>
        <p:spPr>
          <a:xfrm>
            <a:off x="4225925" y="3963988"/>
            <a:ext cx="77279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Elektronik Ortamda Haksız Rekabet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3798888" y="4041775"/>
            <a:ext cx="365125" cy="365125"/>
          </a:xfrm>
          <a:custGeom>
            <a:avLst/>
            <a:gdLst>
              <a:gd name="T0" fmla="*/ 741 w 1482"/>
              <a:gd name="T1" fmla="*/ 969 h 1482"/>
              <a:gd name="T2" fmla="*/ 513 w 1482"/>
              <a:gd name="T3" fmla="*/ 741 h 1482"/>
              <a:gd name="T4" fmla="*/ 741 w 1482"/>
              <a:gd name="T5" fmla="*/ 513 h 1482"/>
              <a:gd name="T6" fmla="*/ 969 w 1482"/>
              <a:gd name="T7" fmla="*/ 741 h 1482"/>
              <a:gd name="T8" fmla="*/ 741 w 1482"/>
              <a:gd name="T9" fmla="*/ 969 h 1482"/>
              <a:gd name="T10" fmla="*/ 617 w 1482"/>
              <a:gd name="T11" fmla="*/ 390 h 1482"/>
              <a:gd name="T12" fmla="*/ 484 w 1482"/>
              <a:gd name="T13" fmla="*/ 257 h 1482"/>
              <a:gd name="T14" fmla="*/ 0 w 1482"/>
              <a:gd name="T15" fmla="*/ 741 h 1482"/>
              <a:gd name="T16" fmla="*/ 741 w 1482"/>
              <a:gd name="T17" fmla="*/ 1482 h 1482"/>
              <a:gd name="T18" fmla="*/ 874 w 1482"/>
              <a:gd name="T19" fmla="*/ 1349 h 1482"/>
              <a:gd name="T20" fmla="*/ 266 w 1482"/>
              <a:gd name="T21" fmla="*/ 741 h 1482"/>
              <a:gd name="T22" fmla="*/ 617 w 1482"/>
              <a:gd name="T23" fmla="*/ 390 h 1482"/>
              <a:gd name="T24" fmla="*/ 864 w 1482"/>
              <a:gd name="T25" fmla="*/ 1093 h 1482"/>
              <a:gd name="T26" fmla="*/ 997 w 1482"/>
              <a:gd name="T27" fmla="*/ 1226 h 1482"/>
              <a:gd name="T28" fmla="*/ 1482 w 1482"/>
              <a:gd name="T29" fmla="*/ 741 h 1482"/>
              <a:gd name="T30" fmla="*/ 741 w 1482"/>
              <a:gd name="T31" fmla="*/ 0 h 1482"/>
              <a:gd name="T32" fmla="*/ 608 w 1482"/>
              <a:gd name="T33" fmla="*/ 133 h 1482"/>
              <a:gd name="T34" fmla="*/ 1216 w 1482"/>
              <a:gd name="T35" fmla="*/ 741 h 1482"/>
              <a:gd name="T36" fmla="*/ 864 w 1482"/>
              <a:gd name="T37" fmla="*/ 1093 h 1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2" h="1482">
                <a:moveTo>
                  <a:pt x="741" y="969"/>
                </a:moveTo>
                <a:lnTo>
                  <a:pt x="513" y="741"/>
                </a:lnTo>
                <a:lnTo>
                  <a:pt x="741" y="513"/>
                </a:lnTo>
                <a:lnTo>
                  <a:pt x="969" y="741"/>
                </a:lnTo>
                <a:lnTo>
                  <a:pt x="741" y="969"/>
                </a:lnTo>
                <a:close/>
                <a:moveTo>
                  <a:pt x="617" y="390"/>
                </a:moveTo>
                <a:lnTo>
                  <a:pt x="484" y="257"/>
                </a:lnTo>
                <a:lnTo>
                  <a:pt x="0" y="741"/>
                </a:lnTo>
                <a:lnTo>
                  <a:pt x="741" y="1482"/>
                </a:lnTo>
                <a:lnTo>
                  <a:pt x="874" y="1349"/>
                </a:lnTo>
                <a:lnTo>
                  <a:pt x="266" y="741"/>
                </a:lnTo>
                <a:lnTo>
                  <a:pt x="617" y="390"/>
                </a:lnTo>
                <a:close/>
                <a:moveTo>
                  <a:pt x="864" y="1093"/>
                </a:moveTo>
                <a:lnTo>
                  <a:pt x="997" y="1226"/>
                </a:lnTo>
                <a:lnTo>
                  <a:pt x="1482" y="741"/>
                </a:lnTo>
                <a:lnTo>
                  <a:pt x="741" y="0"/>
                </a:lnTo>
                <a:lnTo>
                  <a:pt x="608" y="133"/>
                </a:lnTo>
                <a:lnTo>
                  <a:pt x="1216" y="741"/>
                </a:lnTo>
                <a:lnTo>
                  <a:pt x="864" y="1093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6799" y="1830563"/>
            <a:ext cx="3200677" cy="3200677"/>
          </a:xfrm>
          <a:custGeom>
            <a:avLst/>
            <a:gdLst>
              <a:gd name="connsiteX0" fmla="*/ 1607291 w 3200677"/>
              <a:gd name="connsiteY0" fmla="*/ 897633 h 3200677"/>
              <a:gd name="connsiteX1" fmla="*/ 870691 w 3200677"/>
              <a:gd name="connsiteY1" fmla="*/ 1634233 h 3200677"/>
              <a:gd name="connsiteX2" fmla="*/ 1607291 w 3200677"/>
              <a:gd name="connsiteY2" fmla="*/ 2370833 h 3200677"/>
              <a:gd name="connsiteX3" fmla="*/ 2343891 w 3200677"/>
              <a:gd name="connsiteY3" fmla="*/ 1634233 h 3200677"/>
              <a:gd name="connsiteX4" fmla="*/ 0 w 3200677"/>
              <a:gd name="connsiteY4" fmla="*/ 0 h 3200677"/>
              <a:gd name="connsiteX5" fmla="*/ 3200677 w 3200677"/>
              <a:gd name="connsiteY5" fmla="*/ 0 h 3200677"/>
              <a:gd name="connsiteX6" fmla="*/ 3200677 w 3200677"/>
              <a:gd name="connsiteY6" fmla="*/ 3200677 h 3200677"/>
              <a:gd name="connsiteX7" fmla="*/ 0 w 3200677"/>
              <a:gd name="connsiteY7" fmla="*/ 3200677 h 320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00677" h="3200677">
                <a:moveTo>
                  <a:pt x="1607291" y="897633"/>
                </a:moveTo>
                <a:lnTo>
                  <a:pt x="870691" y="1634233"/>
                </a:lnTo>
                <a:lnTo>
                  <a:pt x="1607291" y="2370833"/>
                </a:lnTo>
                <a:lnTo>
                  <a:pt x="2343891" y="1634233"/>
                </a:lnTo>
                <a:close/>
                <a:moveTo>
                  <a:pt x="0" y="0"/>
                </a:moveTo>
                <a:lnTo>
                  <a:pt x="3200677" y="0"/>
                </a:lnTo>
                <a:lnTo>
                  <a:pt x="3200677" y="3200677"/>
                </a:lnTo>
                <a:lnTo>
                  <a:pt x="0" y="3200677"/>
                </a:lnTo>
                <a:close/>
              </a:path>
            </a:pathLst>
          </a:custGeom>
        </p:spPr>
      </p:pic>
      <p:sp>
        <p:nvSpPr>
          <p:cNvPr id="8201" name="文本框 31"/>
          <p:cNvSpPr txBox="1"/>
          <p:nvPr/>
        </p:nvSpPr>
        <p:spPr>
          <a:xfrm>
            <a:off x="917575" y="3200400"/>
            <a:ext cx="19208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Font typeface="Arial" panose="020B0604020202020204" pitchFamily="34" charset="0"/>
            </a:pPr>
            <a:r>
              <a:rPr lang="tr-TR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Konular</a:t>
            </a:r>
            <a:endParaRPr lang="tr-TR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it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7A2EBC"/>
              </a:gs>
              <a:gs pos="100000">
                <a:srgbClr val="C21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ELEKTRONİK ORTAMDA HAKSIZ REKABET </a:t>
            </a:r>
            <a:endParaRPr kumimoji="0" lang="en-US" altLang="zh-CN" sz="4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243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REKABETİN DOĞASI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02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Rekabet, toplum halinde ya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ayan insanlar aras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her zaman ortaya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kabilecek psikolojik ve sosyolojik bir vakad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nsanlar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ve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letmelerin daha iyi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artlar alt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varl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rebilmek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birbirleriyle ve do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ayla yapt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cadeledir.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 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toplumun ilerlemesi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gereklidir ve topluluk hayat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katk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tr-TR" altLang="en-US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tr-TR" altLang="en-US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HAKSIZ REKABET NEDİR?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Rekabet hakk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ildir; uygun ara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, ahlak ve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uygun davran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gerekir.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Aksi halde bu durum "Haks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Rekabet" olarak adland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Elektronik ortamda, rakiplerin eme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ini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ren veya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keticiyi aldatan her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ticari davran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bu kapsama girer.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TÜRK HUKUKUNDA YASAL DAYANAK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marL="457200" lvl="0" indent="-457200" eaLnBrk="1" hangingPunct="1">
              <a:buAutoNum type="arabicPeriod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rk Ticaret Kanunu (TTK) Md. 54 - Genel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lke: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rekabete ili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kin temel kurald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 (Genel H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m).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Kanunun Amac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 "B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kat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(i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letmelerin ve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keticilerin) menfaatine,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 ve bozulmam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rekabetin sa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r."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m: Rakipler aras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veya tedarik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ilerle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teriler aras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ndaki ili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kileri etkileyen aldat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di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ekillerde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davran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 ve ticari uygulamalar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ve hukuka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TÜRK HUKUKUNDA YASAL DAYANAK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marL="514350" lvl="0" indent="-514350" eaLnBrk="1" hangingPunct="1">
              <a:buFont typeface="+mj-lt"/>
              <a:buAutoNum type="arabicPeriod" startAt="2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rk Bor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 Kanunu (TBK) Md. 57: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Bir kimsenin "ekonomik gelece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inin"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ekilde sars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zenler.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erik: "Ger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 olmayan haberlerin yay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bu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 ilanlar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 da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 davran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larla, rakiplerin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terilerinin azalt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onlar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yapamaz hale getirilmesi" durumunda tazminat sorumlulu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do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0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Neden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nemli?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TTK 54, sadece rakip firmay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il,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keticiyi de koruyan modern bir yakla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 sahiptir.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 ortam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ndaki yan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her hareket bu "Genel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lke"ye tak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TTK MADDE 55 (ÖRNEK HALLER)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TTK,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hallerini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da olmayacak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ekilde (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rnekleyici olarak) saym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 ortam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ilgilendiren 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ca haller: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nlerinden yetkisiz yararlanma.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Aldat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reklamlar ve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ntemleri.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mallar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lemek.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ALAN ADI YOLUYLA HAKSIZ REKABET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nternette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rekabet,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zellikle tescil edilmemi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ancak fiili olarak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 ticari isimlerin, hak sahibi olmayanlarca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yla ortaya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Alan adlar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(Domain Name), sanal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nyadaki ticari kimliklerdir.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SİBER İŞGALCİLİK(CYBERSQUATTING)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ait tan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markalar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veya ticari unvanlar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n, o ki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iyle 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olmayan ki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ilerce alan 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olarak tescil edilmesidir.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Alan 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alan ki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inin amac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; ismi ger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 sahibine veya rakibine satmak, kiralamak veya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kazan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lamakt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durum "alan 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stok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ulu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u" olarak da bilinir ve iyi niyetin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ye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ENGELLEME VE İŞ BOZMA AMACI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Belirli alan isimleri, sadece ger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 hak sahibinin bu isimleri kullanmas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engellemek (Blockage)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Rakip firmalar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lerini bozmak amac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yla 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 kay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tlar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te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kil eder.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ÖRNEK OLAY KÖLN BAROSU DAVASI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Almanya'da bir avukatl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rosu "rechtsanwaelte-koeln.de" (K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ln Avukatlar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) alan 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alm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Mahkeme bu durumu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saym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Gerek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e: Bu isim,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ln'deki tek bir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royu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il,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ln barosunu veya avukatlar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 nezdinde yan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KÖTÜLEME VE KARALAMA AMAÇLI ALAN ADLARI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bir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irketi veya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karalay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nitelikte alan isimlerinin 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rekabettir.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"Karaca"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ilave 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larak "</a:t>
            </a:r>
            <a:r>
              <a:rPr lang="tr-TR" altLang="en-US" kern="1200" dirty="0">
                <a:latin typeface="+mn-lt"/>
                <a:ea typeface="SimSun" panose="02010600030101010101" pitchFamily="2" charset="-122"/>
                <a:cs typeface="+mn-cs"/>
              </a:rPr>
              <a:t>çürükkaraca.com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 gibi bir alan isminin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ÜST DÜZEY ALAN ADI İHLALLERİ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Devlete veya kurumsal organizasyonlara ait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zey alan adlar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(TLD) yetkisiz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yasakt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rnek: Ticari bir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irketin ".</a:t>
            </a:r>
            <a:r>
              <a:rPr lang="tr-TR" altLang="en-US" kern="1200" dirty="0">
                <a:latin typeface="+mn-lt"/>
                <a:ea typeface="SimSun" panose="02010600030101010101" pitchFamily="2" charset="-122"/>
                <a:cs typeface="+mn-cs"/>
              </a:rPr>
              <a:t>gov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 veya ".edu" (e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itim kurumlar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zel) uzant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kullanarak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keticiye resmi kurum izlenimi vermesi 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YAZIM HATASI AVCILIĞI(TYPOSQUATTING)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pop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ler sitelerin isimlerini yazarken yapabilecekleri harf hatalar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ndan (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rn: gogle.com, facebok.com) yararlanarak sahte siteler olu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turmak.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Ama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, yanl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kla gelen trafi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 kendi sitesine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ekmek veya doland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yapmakt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YANLIŞ VE YANILTICI BEYANLAR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web sayfalar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teknik altyap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sahibini bilmemektedir.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letme ve ticari hacmi hakk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yanl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intiba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rakan beyan ve eylemler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olarak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erlendirilir.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ÖRNEK OLAY - 120 ŞUBE İDDİASI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Almanya'da bir bilgisayar firmas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, web sitesinde 120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ubesi oldu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unu ve taleplerin buradan kar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iddia etmi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Ger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ekte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yle bir 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olmad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in, firmay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oldu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undan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ve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steren bu ilan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say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İSTATİSTİK VE SAYAÇ MANİPÜLASYONU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Web sayfas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konulan ziyaret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 saya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(counter) teknik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dahalelerle manip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 edilerek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ksek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sterilmesi.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keticide "Bu site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ok pop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ler ve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venilir" alg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yarat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larak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avantaj sa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ama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FİYAT VE ÜCRETLENDİRMEDE ALDATMACA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 hizmetlerinde hangi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cretli oldu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 belirtilmelidir.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"Paras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nternet" reklam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p, arka planda telefon 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creti gibi gizli maliyetler yans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tmak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rekabettir.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teri bu durumu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remez ve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effafl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ilkesi ihlal edilmi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olur.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BAŞLIK TEKNİĞİ (META-TAG) NEDİR?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Arama motorlar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siteyi tan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 indekslemesi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kodlara eklenen anahtar kelimelerdir.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 bu kelimeleri do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rudan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rmez ancak arama sonu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etkiler.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META-TAG YOLUYLA HAKSIZ REKABET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Rakip firman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ad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kendi sitesinin meta-tag'lerine eklemek.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Ama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 Rakibi arayan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terileri, arama motorlar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manip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 ederek kendi sitesine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ekmektir</a:t>
            </a:r>
            <a:r>
              <a:rPr lang="tr-TR" altLang="en-US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tr-TR" altLang="en-US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ÖRNEK OLAY-MELİTTA DAVASI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Danimarka mahkemesi karar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nda; kahve filtresi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reten bir firman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n,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"Melitta"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kendi sitesinin kodlar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kullanmas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ayk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bulmu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Melitta arayan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yan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larak rakip siteye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nlendirilmesi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say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KARŞILAŞTIRMALI REKLAM SORUNU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Bir sitede "Biz X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nlerini sat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yoruz. Y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nleri de iyi ama satm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yoruz" ibaresinin yer almas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ifade sayesinde arama motorlar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"Y" arat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bu site de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durum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terileri yanl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nlendirebilir ve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yaratabilir.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GOOGLE ADWORDS (ANAHTAR KELİME) REKLAMLARI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Rakip firman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Google Ads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zerinde "anahtar kelime" olarak sat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in, kullan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"A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aratt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nda, en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stte "B Markas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"n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reklam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Yarg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tay kararlar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 marka hakk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ihlali ve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riski ta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yan tart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bir konudur.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ÇERÇEVELEME (FRAMING)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ka bir web sitesinin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inin, kendi sitemizdeki bir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evenin (frame)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inde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sterilmesi.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Ziyaret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orijinal kaynaktan geldi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ini anlamaz, sanki o sitenin bir par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gibi alg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durum emek h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 ve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olu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DERİN LİNK(DEEP LINKING)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Bir sitenin ana sayfas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il, do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rudan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indeki bir dosyaya veya alt sayfaya link verilmesi.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Orijinal sitenin reklamlar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ve tan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oldu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ana sayfan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atlanmas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(bypass edilmesi) nedeniyle ticari kayba yol 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SPAM VE İZİNSİZ TİCARİ İLETİLER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Rakiplerin e-posta sunucular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kilitleyecek kadar yo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un veri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ndermek.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keticiye izinsiz ve rahats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edici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kta reklam mesaj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ndererek sekt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rden so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utmak.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ASTRO-TURFİNG (SAHTE YORUMLAR)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E-ticaret sitelerinde veya sosyal medyada, sahte hesaplar (botlar) kullanarak: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Kendi firmas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sahte olumlu yorumlar yapmak.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Rakip firma hakk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sahte olumsuz yorumlar ve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ikayetler yazmak.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0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keticinin sat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alma karar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do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rudan manip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 eder.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EKRAN KAZIMA (SCREEN SCRAPING)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Yaz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mlar arac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yla rakip e-ticaret sitesinin fiyat ve stok verilerinin anl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olarak kopyalanmas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Rakibin veritaban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ndan bedavaya yararlanarak (parazit rekabet), fiyatlar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otomatik olarak rakibin alt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rmak.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HUKUKİ DAVALAR (TTK MD. 56)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rekabete maruz kalanlar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davalar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abilir: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marL="914400" lvl="1" indent="-457200" eaLnBrk="1" hangingPunct="1">
              <a:buAutoNum type="arabicPeriod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Tespit Davas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rekabetin varl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tespiti.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marL="914400" lvl="1" indent="-457200" eaLnBrk="1" hangingPunct="1">
              <a:buAutoNum type="arabicPeriod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Men Davas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rekabetin durdurulmas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(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rn: Yay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durdurulmas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).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marL="914400" lvl="1" indent="-457200" eaLnBrk="1" hangingPunct="1">
              <a:buAutoNum type="arabicPeriod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Ref'i Davas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rekabetin sonucunun ortadan kald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(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rn: Web sitesinin kapat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lmas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).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TAZMİNAT HAKLARI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Maddi Tazminat: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olmasayd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kazan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lacak gelirin kayb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veya 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 zarar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tazmini.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Manevi Tazminat: Ticari itibar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zedelenmesi, markan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 kaybetmesi nedeniyle talep edilir.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İHTİYATİ TEDBİR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İ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nternet ortam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 zarar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ok h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yay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(viral etki), dava sonu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lanmadan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nce mahkemeden "eri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imin engellenmesi" talep edilebilir.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Bu, zarar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b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mesini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nlemek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 kritik bir ara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CEZAİ SORUMLULUK VE YAPTIRIMLAR (TTK Md. 62)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Hapis veya Adli Para Cezas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fiillerini (TTK 55'te say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lanlar) kasten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leyenler hakk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nda, iki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 kadar hapis veya adli para cezas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h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kmolunur.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ceza "se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imliktir"; yani hakim olay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 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re hapis cezas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verebilece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 gibi, bunu adli para cezas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na da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evirebilir.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0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un Kapsam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Sadece yanl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bilgi verenler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il; rakiplerin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if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 edenler veya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anlar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buna te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vik edenler de bu cezayla yarg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 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su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ikayete tabidir; yani ma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dur olan rakip firma veya 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ketici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ikayet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 olmazsa savc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kendili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inden soru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turma ba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latmaz.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CEZAİ SORUMLULUK VE YAPTIRIMLAR (TTK Md. 62)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zel Ki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ilerin Sorumlulu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u: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1"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bir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irketin faaliyeti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evesinde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lenmi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se, bu cezalar fiili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leyen ger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ek ki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ilere (y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neticiler, m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rler veya su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u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leyen personel) uygulan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irketin kendisine ayr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ca g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venlik tedbirleri uygulanabilir.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lvl="0" eaLnBrk="1" hangingPunct="1">
              <a:buFont typeface="Wingdings" panose="05000000000000000000" charset="0"/>
              <a:buChar char="v"/>
            </a:pP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Bu eylemler basit birer ticari kurnazl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il, sicile 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lenen birer su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tur. Kanun, '2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la kadar hapis' diyerek cayd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ığı</a:t>
            </a:r>
            <a:r>
              <a:rPr lang="tr-TR" kern="1200" dirty="0">
                <a:latin typeface="+mn-lt"/>
                <a:ea typeface="SimSun" panose="02010600030101010101" pitchFamily="2" charset="-122"/>
                <a:cs typeface="+mn-cs"/>
              </a:rPr>
              <a:t> 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 seviyede tutmu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tur.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7813"/>
            <a:ext cx="130175" cy="3556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lvl="0" algn="ctr" eaLnBrk="1" fontAlgn="base" hangingPunct="1">
              <a:buNone/>
            </a:pPr>
            <a:endParaRPr lang="zh-CN" altLang="en-US" strike="noStrike" noProof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文本框 31"/>
          <p:cNvSpPr txBox="1"/>
          <p:nvPr/>
        </p:nvSpPr>
        <p:spPr>
          <a:xfrm>
            <a:off x="130175" y="271463"/>
            <a:ext cx="96440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tr-TR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imSun" panose="02010600030101010101" pitchFamily="2" charset="-122"/>
              </a:rPr>
              <a:t>SONUÇ VE ÖZET</a:t>
            </a:r>
            <a:endParaRPr lang="tr-TR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SimSun" panose="02010600030101010101" pitchFamily="2" charset="-122"/>
            </a:endParaRPr>
          </a:p>
        </p:txBody>
      </p:sp>
      <p:sp>
        <p:nvSpPr>
          <p:cNvPr id="1229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52538"/>
            <a:ext cx="10515600" cy="496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Sanal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nya hukuksuz bir alan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ildir; fiziksel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nyadaki 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stl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k kurallar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burada da ge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erlidir.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Teknoloji geli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tik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ç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e ihlal y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ö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ntemleri (Metaverse, Yapay Zeka vb.) de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i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ş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se de, haks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z rekabet hukukunun temel amac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 "d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ü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st rekabeti korumak"t</a:t>
            </a:r>
            <a:r>
              <a:rPr lang="en-US" altLang="en-US" kern="1200" dirty="0">
                <a:latin typeface="+mn-lt"/>
                <a:ea typeface="SimSun" panose="02010600030101010101" pitchFamily="2" charset="-122"/>
                <a:cs typeface="+mn-cs"/>
              </a:rPr>
              <a:t>ı</a:t>
            </a:r>
            <a:r>
              <a:rPr lang="en-US" altLang="tr-TR" kern="1200" dirty="0">
                <a:latin typeface="+mn-lt"/>
                <a:ea typeface="SimSun" panose="02010600030101010101" pitchFamily="2" charset="-122"/>
                <a:cs typeface="+mn-cs"/>
              </a:rPr>
              <a:t>r.</a:t>
            </a:r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  <a:p>
            <a:pPr eaLnBrk="1" hangingPunct="1"/>
            <a:endParaRPr lang="en-US" altLang="tr-TR" kern="1200" dirty="0">
              <a:latin typeface="+mn-lt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9724</Words>
  <Application>WPS Sunum</Application>
  <PresentationFormat/>
  <Paragraphs>203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Wingdings</vt:lpstr>
      <vt:lpstr>Office 主题</vt:lpstr>
      <vt:lpstr>2_Office 主题</vt:lpstr>
      <vt:lpstr>3_Office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Zafer</cp:lastModifiedBy>
  <cp:revision>24</cp:revision>
  <dcterms:created xsi:type="dcterms:W3CDTF">2015-06-19T05:01:00Z</dcterms:created>
  <dcterms:modified xsi:type="dcterms:W3CDTF">2025-11-19T19:23:44Z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1055-12.2.0.22549</vt:lpwstr>
  </property>
  <property fmtid="{D5CDD505-2E9C-101B-9397-08002B2CF9AE}" pid="3" name="ICV">
    <vt:lpwstr>A142EA6DDF904B168C68C19558FA4C28_12</vt:lpwstr>
  </property>
</Properties>
</file>